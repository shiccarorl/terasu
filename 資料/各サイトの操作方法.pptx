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71" r:id="rId3"/>
    <p:sldId id="272" r:id="rId4"/>
    <p:sldId id="273" r:id="rId5"/>
  </p:sldIdLst>
  <p:sldSz cx="6858000" cy="9906000" type="A4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BC0133-62BC-4884-800D-5F9006C5A547}" v="9" dt="2020-10-04T03:35:18.6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59" autoAdjust="0"/>
    <p:restoredTop sz="94660"/>
  </p:normalViewPr>
  <p:slideViewPr>
    <p:cSldViewPr snapToGrid="0">
      <p:cViewPr varScale="1">
        <p:scale>
          <a:sx n="69" d="100"/>
          <a:sy n="69" d="100"/>
        </p:scale>
        <p:origin x="31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nekawakenji" userId="S::admin@mori520.onmicrosoft.com::db28140b-e13e-4206-ac07-3b82fe2964c8" providerId="AD" clId="Web-{3BBC0133-62BC-4884-800D-5F9006C5A547}"/>
    <pc:docChg chg="mod modSld modMainMaster setSldSz">
      <pc:chgData name="yonekawakenji" userId="S::admin@mori520.onmicrosoft.com::db28140b-e13e-4206-ac07-3b82fe2964c8" providerId="AD" clId="Web-{3BBC0133-62BC-4884-800D-5F9006C5A547}" dt="2020-10-04T03:35:18.687" v="8" actId="1076"/>
      <pc:docMkLst>
        <pc:docMk/>
      </pc:docMkLst>
      <pc:sldChg chg="addSp delSp modSp">
        <pc:chgData name="yonekawakenji" userId="S::admin@mori520.onmicrosoft.com::db28140b-e13e-4206-ac07-3b82fe2964c8" providerId="AD" clId="Web-{3BBC0133-62BC-4884-800D-5F9006C5A547}" dt="2020-10-04T03:35:18.687" v="8" actId="1076"/>
        <pc:sldMkLst>
          <pc:docMk/>
          <pc:sldMk cId="2128380218" sldId="256"/>
        </pc:sldMkLst>
        <pc:spChg chg="del">
          <ac:chgData name="yonekawakenji" userId="S::admin@mori520.onmicrosoft.com::db28140b-e13e-4206-ac07-3b82fe2964c8" providerId="AD" clId="Web-{3BBC0133-62BC-4884-800D-5F9006C5A547}" dt="2020-10-04T03:34:32.093" v="1"/>
          <ac:spMkLst>
            <pc:docMk/>
            <pc:sldMk cId="2128380218" sldId="256"/>
            <ac:spMk id="2" creationId="{00000000-0000-0000-0000-000000000000}"/>
          </ac:spMkLst>
        </pc:spChg>
        <pc:spChg chg="del">
          <ac:chgData name="yonekawakenji" userId="S::admin@mori520.onmicrosoft.com::db28140b-e13e-4206-ac07-3b82fe2964c8" providerId="AD" clId="Web-{3BBC0133-62BC-4884-800D-5F9006C5A547}" dt="2020-10-04T03:34:34.280" v="2"/>
          <ac:spMkLst>
            <pc:docMk/>
            <pc:sldMk cId="2128380218" sldId="256"/>
            <ac:spMk id="3" creationId="{00000000-0000-0000-0000-000000000000}"/>
          </ac:spMkLst>
        </pc:spChg>
        <pc:spChg chg="add mod">
          <ac:chgData name="yonekawakenji" userId="S::admin@mori520.onmicrosoft.com::db28140b-e13e-4206-ac07-3b82fe2964c8" providerId="AD" clId="Web-{3BBC0133-62BC-4884-800D-5F9006C5A547}" dt="2020-10-04T03:35:18.687" v="8" actId="1076"/>
          <ac:spMkLst>
            <pc:docMk/>
            <pc:sldMk cId="2128380218" sldId="256"/>
            <ac:spMk id="4" creationId="{5A0988C0-FC71-4D41-A84D-145A8955E5E2}"/>
          </ac:spMkLst>
        </pc:spChg>
      </pc:sldChg>
      <pc:sldMasterChg chg="modSp modSldLayout">
        <pc:chgData name="yonekawakenji" userId="S::admin@mori520.onmicrosoft.com::db28140b-e13e-4206-ac07-3b82fe2964c8" providerId="AD" clId="Web-{3BBC0133-62BC-4884-800D-5F9006C5A547}" dt="2020-10-04T03:34:28.093" v="0"/>
        <pc:sldMasterMkLst>
          <pc:docMk/>
          <pc:sldMasterMk cId="2907289730" sldId="2147483648"/>
        </pc:sldMasterMkLst>
        <pc:spChg chg="mod">
          <ac:chgData name="yonekawakenji" userId="S::admin@mori520.onmicrosoft.com::db28140b-e13e-4206-ac07-3b82fe2964c8" providerId="AD" clId="Web-{3BBC0133-62BC-4884-800D-5F9006C5A547}" dt="2020-10-04T03:34:28.093" v="0"/>
          <ac:spMkLst>
            <pc:docMk/>
            <pc:sldMasterMk cId="2907289730" sldId="2147483648"/>
            <ac:spMk id="2" creationId="{00000000-0000-0000-0000-000000000000}"/>
          </ac:spMkLst>
        </pc:spChg>
        <pc:spChg chg="mod">
          <ac:chgData name="yonekawakenji" userId="S::admin@mori520.onmicrosoft.com::db28140b-e13e-4206-ac07-3b82fe2964c8" providerId="AD" clId="Web-{3BBC0133-62BC-4884-800D-5F9006C5A547}" dt="2020-10-04T03:34:28.093" v="0"/>
          <ac:spMkLst>
            <pc:docMk/>
            <pc:sldMasterMk cId="2907289730" sldId="2147483648"/>
            <ac:spMk id="3" creationId="{00000000-0000-0000-0000-000000000000}"/>
          </ac:spMkLst>
        </pc:spChg>
        <pc:spChg chg="mod">
          <ac:chgData name="yonekawakenji" userId="S::admin@mori520.onmicrosoft.com::db28140b-e13e-4206-ac07-3b82fe2964c8" providerId="AD" clId="Web-{3BBC0133-62BC-4884-800D-5F9006C5A547}" dt="2020-10-04T03:34:28.093" v="0"/>
          <ac:spMkLst>
            <pc:docMk/>
            <pc:sldMasterMk cId="2907289730" sldId="2147483648"/>
            <ac:spMk id="4" creationId="{00000000-0000-0000-0000-000000000000}"/>
          </ac:spMkLst>
        </pc:spChg>
        <pc:spChg chg="mod">
          <ac:chgData name="yonekawakenji" userId="S::admin@mori520.onmicrosoft.com::db28140b-e13e-4206-ac07-3b82fe2964c8" providerId="AD" clId="Web-{3BBC0133-62BC-4884-800D-5F9006C5A547}" dt="2020-10-04T03:34:28.093" v="0"/>
          <ac:spMkLst>
            <pc:docMk/>
            <pc:sldMasterMk cId="2907289730" sldId="2147483648"/>
            <ac:spMk id="5" creationId="{00000000-0000-0000-0000-000000000000}"/>
          </ac:spMkLst>
        </pc:spChg>
        <pc:spChg chg="mod">
          <ac:chgData name="yonekawakenji" userId="S::admin@mori520.onmicrosoft.com::db28140b-e13e-4206-ac07-3b82fe2964c8" providerId="AD" clId="Web-{3BBC0133-62BC-4884-800D-5F9006C5A547}" dt="2020-10-04T03:34:28.093" v="0"/>
          <ac:spMkLst>
            <pc:docMk/>
            <pc:sldMasterMk cId="2907289730" sldId="2147483648"/>
            <ac:spMk id="6" creationId="{00000000-0000-0000-0000-000000000000}"/>
          </ac:spMkLst>
        </pc:spChg>
        <pc:sldLayoutChg chg="modSp">
          <pc:chgData name="yonekawakenji" userId="S::admin@mori520.onmicrosoft.com::db28140b-e13e-4206-ac07-3b82fe2964c8" providerId="AD" clId="Web-{3BBC0133-62BC-4884-800D-5F9006C5A547}" dt="2020-10-04T03:34:28.093" v="0"/>
          <pc:sldLayoutMkLst>
            <pc:docMk/>
            <pc:sldMasterMk cId="2907289730" sldId="2147483648"/>
            <pc:sldLayoutMk cId="3849106771" sldId="2147483649"/>
          </pc:sldLayoutMkLst>
          <pc:spChg chg="mod">
            <ac:chgData name="yonekawakenji" userId="S::admin@mori520.onmicrosoft.com::db28140b-e13e-4206-ac07-3b82fe2964c8" providerId="AD" clId="Web-{3BBC0133-62BC-4884-800D-5F9006C5A547}" dt="2020-10-04T03:34:28.093" v="0"/>
            <ac:spMkLst>
              <pc:docMk/>
              <pc:sldMasterMk cId="2907289730" sldId="2147483648"/>
              <pc:sldLayoutMk cId="3849106771" sldId="2147483649"/>
              <ac:spMk id="2" creationId="{00000000-0000-0000-0000-000000000000}"/>
            </ac:spMkLst>
          </pc:spChg>
          <pc:spChg chg="mod">
            <ac:chgData name="yonekawakenji" userId="S::admin@mori520.onmicrosoft.com::db28140b-e13e-4206-ac07-3b82fe2964c8" providerId="AD" clId="Web-{3BBC0133-62BC-4884-800D-5F9006C5A547}" dt="2020-10-04T03:34:28.093" v="0"/>
            <ac:spMkLst>
              <pc:docMk/>
              <pc:sldMasterMk cId="2907289730" sldId="2147483648"/>
              <pc:sldLayoutMk cId="3849106771" sldId="2147483649"/>
              <ac:spMk id="3" creationId="{00000000-0000-0000-0000-000000000000}"/>
            </ac:spMkLst>
          </pc:spChg>
        </pc:sldLayoutChg>
        <pc:sldLayoutChg chg="modSp">
          <pc:chgData name="yonekawakenji" userId="S::admin@mori520.onmicrosoft.com::db28140b-e13e-4206-ac07-3b82fe2964c8" providerId="AD" clId="Web-{3BBC0133-62BC-4884-800D-5F9006C5A547}" dt="2020-10-04T03:34:28.093" v="0"/>
          <pc:sldLayoutMkLst>
            <pc:docMk/>
            <pc:sldMasterMk cId="2907289730" sldId="2147483648"/>
            <pc:sldLayoutMk cId="4083904788" sldId="2147483651"/>
          </pc:sldLayoutMkLst>
          <pc:spChg chg="mod">
            <ac:chgData name="yonekawakenji" userId="S::admin@mori520.onmicrosoft.com::db28140b-e13e-4206-ac07-3b82fe2964c8" providerId="AD" clId="Web-{3BBC0133-62BC-4884-800D-5F9006C5A547}" dt="2020-10-04T03:34:28.093" v="0"/>
            <ac:spMkLst>
              <pc:docMk/>
              <pc:sldMasterMk cId="2907289730" sldId="2147483648"/>
              <pc:sldLayoutMk cId="4083904788" sldId="2147483651"/>
              <ac:spMk id="2" creationId="{00000000-0000-0000-0000-000000000000}"/>
            </ac:spMkLst>
          </pc:spChg>
          <pc:spChg chg="mod">
            <ac:chgData name="yonekawakenji" userId="S::admin@mori520.onmicrosoft.com::db28140b-e13e-4206-ac07-3b82fe2964c8" providerId="AD" clId="Web-{3BBC0133-62BC-4884-800D-5F9006C5A547}" dt="2020-10-04T03:34:28.093" v="0"/>
            <ac:spMkLst>
              <pc:docMk/>
              <pc:sldMasterMk cId="2907289730" sldId="2147483648"/>
              <pc:sldLayoutMk cId="4083904788" sldId="2147483651"/>
              <ac:spMk id="3" creationId="{00000000-0000-0000-0000-000000000000}"/>
            </ac:spMkLst>
          </pc:spChg>
        </pc:sldLayoutChg>
        <pc:sldLayoutChg chg="modSp">
          <pc:chgData name="yonekawakenji" userId="S::admin@mori520.onmicrosoft.com::db28140b-e13e-4206-ac07-3b82fe2964c8" providerId="AD" clId="Web-{3BBC0133-62BC-4884-800D-5F9006C5A547}" dt="2020-10-04T03:34:28.093" v="0"/>
          <pc:sldLayoutMkLst>
            <pc:docMk/>
            <pc:sldMasterMk cId="2907289730" sldId="2147483648"/>
            <pc:sldLayoutMk cId="1395402986" sldId="2147483652"/>
          </pc:sldLayoutMkLst>
          <pc:spChg chg="mod">
            <ac:chgData name="yonekawakenji" userId="S::admin@mori520.onmicrosoft.com::db28140b-e13e-4206-ac07-3b82fe2964c8" providerId="AD" clId="Web-{3BBC0133-62BC-4884-800D-5F9006C5A547}" dt="2020-10-04T03:34:28.093" v="0"/>
            <ac:spMkLst>
              <pc:docMk/>
              <pc:sldMasterMk cId="2907289730" sldId="2147483648"/>
              <pc:sldLayoutMk cId="1395402986" sldId="2147483652"/>
              <ac:spMk id="3" creationId="{00000000-0000-0000-0000-000000000000}"/>
            </ac:spMkLst>
          </pc:spChg>
          <pc:spChg chg="mod">
            <ac:chgData name="yonekawakenji" userId="S::admin@mori520.onmicrosoft.com::db28140b-e13e-4206-ac07-3b82fe2964c8" providerId="AD" clId="Web-{3BBC0133-62BC-4884-800D-5F9006C5A547}" dt="2020-10-04T03:34:28.093" v="0"/>
            <ac:spMkLst>
              <pc:docMk/>
              <pc:sldMasterMk cId="2907289730" sldId="2147483648"/>
              <pc:sldLayoutMk cId="1395402986" sldId="2147483652"/>
              <ac:spMk id="4" creationId="{00000000-0000-0000-0000-000000000000}"/>
            </ac:spMkLst>
          </pc:spChg>
        </pc:sldLayoutChg>
        <pc:sldLayoutChg chg="modSp">
          <pc:chgData name="yonekawakenji" userId="S::admin@mori520.onmicrosoft.com::db28140b-e13e-4206-ac07-3b82fe2964c8" providerId="AD" clId="Web-{3BBC0133-62BC-4884-800D-5F9006C5A547}" dt="2020-10-04T03:34:28.093" v="0"/>
          <pc:sldLayoutMkLst>
            <pc:docMk/>
            <pc:sldMasterMk cId="2907289730" sldId="2147483648"/>
            <pc:sldLayoutMk cId="797884901" sldId="2147483653"/>
          </pc:sldLayoutMkLst>
          <pc:spChg chg="mod">
            <ac:chgData name="yonekawakenji" userId="S::admin@mori520.onmicrosoft.com::db28140b-e13e-4206-ac07-3b82fe2964c8" providerId="AD" clId="Web-{3BBC0133-62BC-4884-800D-5F9006C5A547}" dt="2020-10-04T03:34:28.093" v="0"/>
            <ac:spMkLst>
              <pc:docMk/>
              <pc:sldMasterMk cId="2907289730" sldId="2147483648"/>
              <pc:sldLayoutMk cId="797884901" sldId="2147483653"/>
              <ac:spMk id="2" creationId="{00000000-0000-0000-0000-000000000000}"/>
            </ac:spMkLst>
          </pc:spChg>
          <pc:spChg chg="mod">
            <ac:chgData name="yonekawakenji" userId="S::admin@mori520.onmicrosoft.com::db28140b-e13e-4206-ac07-3b82fe2964c8" providerId="AD" clId="Web-{3BBC0133-62BC-4884-800D-5F9006C5A547}" dt="2020-10-04T03:34:28.093" v="0"/>
            <ac:spMkLst>
              <pc:docMk/>
              <pc:sldMasterMk cId="2907289730" sldId="2147483648"/>
              <pc:sldLayoutMk cId="797884901" sldId="2147483653"/>
              <ac:spMk id="3" creationId="{00000000-0000-0000-0000-000000000000}"/>
            </ac:spMkLst>
          </pc:spChg>
          <pc:spChg chg="mod">
            <ac:chgData name="yonekawakenji" userId="S::admin@mori520.onmicrosoft.com::db28140b-e13e-4206-ac07-3b82fe2964c8" providerId="AD" clId="Web-{3BBC0133-62BC-4884-800D-5F9006C5A547}" dt="2020-10-04T03:34:28.093" v="0"/>
            <ac:spMkLst>
              <pc:docMk/>
              <pc:sldMasterMk cId="2907289730" sldId="2147483648"/>
              <pc:sldLayoutMk cId="797884901" sldId="2147483653"/>
              <ac:spMk id="4" creationId="{00000000-0000-0000-0000-000000000000}"/>
            </ac:spMkLst>
          </pc:spChg>
          <pc:spChg chg="mod">
            <ac:chgData name="yonekawakenji" userId="S::admin@mori520.onmicrosoft.com::db28140b-e13e-4206-ac07-3b82fe2964c8" providerId="AD" clId="Web-{3BBC0133-62BC-4884-800D-5F9006C5A547}" dt="2020-10-04T03:34:28.093" v="0"/>
            <ac:spMkLst>
              <pc:docMk/>
              <pc:sldMasterMk cId="2907289730" sldId="2147483648"/>
              <pc:sldLayoutMk cId="797884901" sldId="2147483653"/>
              <ac:spMk id="5" creationId="{00000000-0000-0000-0000-000000000000}"/>
            </ac:spMkLst>
          </pc:spChg>
          <pc:spChg chg="mod">
            <ac:chgData name="yonekawakenji" userId="S::admin@mori520.onmicrosoft.com::db28140b-e13e-4206-ac07-3b82fe2964c8" providerId="AD" clId="Web-{3BBC0133-62BC-4884-800D-5F9006C5A547}" dt="2020-10-04T03:34:28.093" v="0"/>
            <ac:spMkLst>
              <pc:docMk/>
              <pc:sldMasterMk cId="2907289730" sldId="2147483648"/>
              <pc:sldLayoutMk cId="797884901" sldId="2147483653"/>
              <ac:spMk id="6" creationId="{00000000-0000-0000-0000-000000000000}"/>
            </ac:spMkLst>
          </pc:spChg>
        </pc:sldLayoutChg>
        <pc:sldLayoutChg chg="modSp">
          <pc:chgData name="yonekawakenji" userId="S::admin@mori520.onmicrosoft.com::db28140b-e13e-4206-ac07-3b82fe2964c8" providerId="AD" clId="Web-{3BBC0133-62BC-4884-800D-5F9006C5A547}" dt="2020-10-04T03:34:28.093" v="0"/>
          <pc:sldLayoutMkLst>
            <pc:docMk/>
            <pc:sldMasterMk cId="2907289730" sldId="2147483648"/>
            <pc:sldLayoutMk cId="3888451093" sldId="2147483656"/>
          </pc:sldLayoutMkLst>
          <pc:spChg chg="mod">
            <ac:chgData name="yonekawakenji" userId="S::admin@mori520.onmicrosoft.com::db28140b-e13e-4206-ac07-3b82fe2964c8" providerId="AD" clId="Web-{3BBC0133-62BC-4884-800D-5F9006C5A547}" dt="2020-10-04T03:34:28.093" v="0"/>
            <ac:spMkLst>
              <pc:docMk/>
              <pc:sldMasterMk cId="2907289730" sldId="2147483648"/>
              <pc:sldLayoutMk cId="3888451093" sldId="2147483656"/>
              <ac:spMk id="2" creationId="{00000000-0000-0000-0000-000000000000}"/>
            </ac:spMkLst>
          </pc:spChg>
          <pc:spChg chg="mod">
            <ac:chgData name="yonekawakenji" userId="S::admin@mori520.onmicrosoft.com::db28140b-e13e-4206-ac07-3b82fe2964c8" providerId="AD" clId="Web-{3BBC0133-62BC-4884-800D-5F9006C5A547}" dt="2020-10-04T03:34:28.093" v="0"/>
            <ac:spMkLst>
              <pc:docMk/>
              <pc:sldMasterMk cId="2907289730" sldId="2147483648"/>
              <pc:sldLayoutMk cId="3888451093" sldId="2147483656"/>
              <ac:spMk id="3" creationId="{00000000-0000-0000-0000-000000000000}"/>
            </ac:spMkLst>
          </pc:spChg>
          <pc:spChg chg="mod">
            <ac:chgData name="yonekawakenji" userId="S::admin@mori520.onmicrosoft.com::db28140b-e13e-4206-ac07-3b82fe2964c8" providerId="AD" clId="Web-{3BBC0133-62BC-4884-800D-5F9006C5A547}" dt="2020-10-04T03:34:28.093" v="0"/>
            <ac:spMkLst>
              <pc:docMk/>
              <pc:sldMasterMk cId="2907289730" sldId="2147483648"/>
              <pc:sldLayoutMk cId="3888451093" sldId="2147483656"/>
              <ac:spMk id="4" creationId="{00000000-0000-0000-0000-000000000000}"/>
            </ac:spMkLst>
          </pc:spChg>
        </pc:sldLayoutChg>
        <pc:sldLayoutChg chg="modSp">
          <pc:chgData name="yonekawakenji" userId="S::admin@mori520.onmicrosoft.com::db28140b-e13e-4206-ac07-3b82fe2964c8" providerId="AD" clId="Web-{3BBC0133-62BC-4884-800D-5F9006C5A547}" dt="2020-10-04T03:34:28.093" v="0"/>
          <pc:sldLayoutMkLst>
            <pc:docMk/>
            <pc:sldMasterMk cId="2907289730" sldId="2147483648"/>
            <pc:sldLayoutMk cId="2189387916" sldId="2147483657"/>
          </pc:sldLayoutMkLst>
          <pc:spChg chg="mod">
            <ac:chgData name="yonekawakenji" userId="S::admin@mori520.onmicrosoft.com::db28140b-e13e-4206-ac07-3b82fe2964c8" providerId="AD" clId="Web-{3BBC0133-62BC-4884-800D-5F9006C5A547}" dt="2020-10-04T03:34:28.093" v="0"/>
            <ac:spMkLst>
              <pc:docMk/>
              <pc:sldMasterMk cId="2907289730" sldId="2147483648"/>
              <pc:sldLayoutMk cId="2189387916" sldId="2147483657"/>
              <ac:spMk id="2" creationId="{00000000-0000-0000-0000-000000000000}"/>
            </ac:spMkLst>
          </pc:spChg>
          <pc:spChg chg="mod">
            <ac:chgData name="yonekawakenji" userId="S::admin@mori520.onmicrosoft.com::db28140b-e13e-4206-ac07-3b82fe2964c8" providerId="AD" clId="Web-{3BBC0133-62BC-4884-800D-5F9006C5A547}" dt="2020-10-04T03:34:28.093" v="0"/>
            <ac:spMkLst>
              <pc:docMk/>
              <pc:sldMasterMk cId="2907289730" sldId="2147483648"/>
              <pc:sldLayoutMk cId="2189387916" sldId="2147483657"/>
              <ac:spMk id="3" creationId="{00000000-0000-0000-0000-000000000000}"/>
            </ac:spMkLst>
          </pc:spChg>
          <pc:spChg chg="mod">
            <ac:chgData name="yonekawakenji" userId="S::admin@mori520.onmicrosoft.com::db28140b-e13e-4206-ac07-3b82fe2964c8" providerId="AD" clId="Web-{3BBC0133-62BC-4884-800D-5F9006C5A547}" dt="2020-10-04T03:34:28.093" v="0"/>
            <ac:spMkLst>
              <pc:docMk/>
              <pc:sldMasterMk cId="2907289730" sldId="2147483648"/>
              <pc:sldLayoutMk cId="2189387916" sldId="2147483657"/>
              <ac:spMk id="4" creationId="{00000000-0000-0000-0000-000000000000}"/>
            </ac:spMkLst>
          </pc:spChg>
        </pc:sldLayoutChg>
        <pc:sldLayoutChg chg="modSp">
          <pc:chgData name="yonekawakenji" userId="S::admin@mori520.onmicrosoft.com::db28140b-e13e-4206-ac07-3b82fe2964c8" providerId="AD" clId="Web-{3BBC0133-62BC-4884-800D-5F9006C5A547}" dt="2020-10-04T03:34:28.093" v="0"/>
          <pc:sldLayoutMkLst>
            <pc:docMk/>
            <pc:sldMasterMk cId="2907289730" sldId="2147483648"/>
            <pc:sldLayoutMk cId="2950866720" sldId="2147483659"/>
          </pc:sldLayoutMkLst>
          <pc:spChg chg="mod">
            <ac:chgData name="yonekawakenji" userId="S::admin@mori520.onmicrosoft.com::db28140b-e13e-4206-ac07-3b82fe2964c8" providerId="AD" clId="Web-{3BBC0133-62BC-4884-800D-5F9006C5A547}" dt="2020-10-04T03:34:28.093" v="0"/>
            <ac:spMkLst>
              <pc:docMk/>
              <pc:sldMasterMk cId="2907289730" sldId="2147483648"/>
              <pc:sldLayoutMk cId="2950866720" sldId="2147483659"/>
              <ac:spMk id="2" creationId="{00000000-0000-0000-0000-000000000000}"/>
            </ac:spMkLst>
          </pc:spChg>
          <pc:spChg chg="mod">
            <ac:chgData name="yonekawakenji" userId="S::admin@mori520.onmicrosoft.com::db28140b-e13e-4206-ac07-3b82fe2964c8" providerId="AD" clId="Web-{3BBC0133-62BC-4884-800D-5F9006C5A547}" dt="2020-10-04T03:34:28.093" v="0"/>
            <ac:spMkLst>
              <pc:docMk/>
              <pc:sldMasterMk cId="2907289730" sldId="2147483648"/>
              <pc:sldLayoutMk cId="2950866720" sldId="2147483659"/>
              <ac:spMk id="3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857250" y="1621191"/>
            <a:ext cx="5143500" cy="3448756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2020/10/4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9106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2020/10/4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0515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7916" y="2469622"/>
            <a:ext cx="5915025" cy="4120620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67916" y="6629225"/>
            <a:ext cx="5915025" cy="2166937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2020/10/4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3904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2020/10/4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5402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72381" y="527404"/>
            <a:ext cx="5915025" cy="1914702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2020/10/4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7884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2020/10/4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9588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2020/10/4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286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2020/10/4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8451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2020/10/4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9387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2020/10/4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5747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4907756" y="527403"/>
            <a:ext cx="1478756" cy="8394877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71487" y="527403"/>
            <a:ext cx="4350544" cy="8394877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2020/10/4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0866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02A643-9BB0-4E02-80B2-2C0A5E5D738E}" type="datetimeFigureOut">
              <a:rPr kumimoji="1" lang="ja-JP" altLang="en-US" smtClean="0"/>
              <a:t>2020/10/4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7289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7F7ED77-3E1C-4779-BD26-D9AFA9DC42F7}"/>
              </a:ext>
            </a:extLst>
          </p:cNvPr>
          <p:cNvSpPr txBox="1"/>
          <p:nvPr/>
        </p:nvSpPr>
        <p:spPr>
          <a:xfrm>
            <a:off x="190500" y="256812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dirty="0">
                <a:ea typeface="ＭＳ Ｐゴシック"/>
              </a:rPr>
              <a:t>アマゾン編</a:t>
            </a:r>
            <a:endParaRPr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EE36378-51A2-46B2-8570-C87507224651}"/>
              </a:ext>
            </a:extLst>
          </p:cNvPr>
          <p:cNvSpPr txBox="1"/>
          <p:nvPr/>
        </p:nvSpPr>
        <p:spPr>
          <a:xfrm>
            <a:off x="484909" y="281247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追加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F11615D-87EE-470C-B506-D2631A116940}"/>
              </a:ext>
            </a:extLst>
          </p:cNvPr>
          <p:cNvSpPr txBox="1"/>
          <p:nvPr/>
        </p:nvSpPr>
        <p:spPr>
          <a:xfrm>
            <a:off x="692727" y="669174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削除</a:t>
            </a:r>
          </a:p>
        </p:txBody>
      </p:sp>
    </p:spTree>
    <p:extLst>
      <p:ext uri="{BB962C8B-B14F-4D97-AF65-F5344CB8AC3E}">
        <p14:creationId xmlns:p14="http://schemas.microsoft.com/office/powerpoint/2010/main" val="3738177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7F7ED77-3E1C-4779-BD26-D9AFA9DC42F7}"/>
              </a:ext>
            </a:extLst>
          </p:cNvPr>
          <p:cNvSpPr txBox="1"/>
          <p:nvPr/>
        </p:nvSpPr>
        <p:spPr>
          <a:xfrm>
            <a:off x="245918" y="298375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>
                <a:ea typeface="ＭＳ Ｐゴシック"/>
              </a:rPr>
              <a:t>楽天編</a:t>
            </a:r>
            <a:endParaRPr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C71C8E9-FD98-40E5-AB9E-8B1663574F9D}"/>
              </a:ext>
            </a:extLst>
          </p:cNvPr>
          <p:cNvSpPr txBox="1"/>
          <p:nvPr/>
        </p:nvSpPr>
        <p:spPr>
          <a:xfrm>
            <a:off x="484909" y="281247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追加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DA7D461-7345-4474-A1AE-DF2F31E14098}"/>
              </a:ext>
            </a:extLst>
          </p:cNvPr>
          <p:cNvSpPr txBox="1"/>
          <p:nvPr/>
        </p:nvSpPr>
        <p:spPr>
          <a:xfrm>
            <a:off x="692727" y="669174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削除</a:t>
            </a:r>
          </a:p>
        </p:txBody>
      </p:sp>
    </p:spTree>
    <p:extLst>
      <p:ext uri="{BB962C8B-B14F-4D97-AF65-F5344CB8AC3E}">
        <p14:creationId xmlns:p14="http://schemas.microsoft.com/office/powerpoint/2010/main" val="2997646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7F7ED77-3E1C-4779-BD26-D9AFA9DC42F7}"/>
              </a:ext>
            </a:extLst>
          </p:cNvPr>
          <p:cNvSpPr txBox="1"/>
          <p:nvPr/>
        </p:nvSpPr>
        <p:spPr>
          <a:xfrm>
            <a:off x="176646" y="256812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dirty="0">
                <a:ea typeface="ＭＳ Ｐゴシック"/>
              </a:rPr>
              <a:t>ヤフオク編</a:t>
            </a:r>
            <a:endParaRPr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313092B-8582-49EB-A7AF-E1732E79A916}"/>
              </a:ext>
            </a:extLst>
          </p:cNvPr>
          <p:cNvSpPr txBox="1"/>
          <p:nvPr/>
        </p:nvSpPr>
        <p:spPr>
          <a:xfrm>
            <a:off x="484909" y="281247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追加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1465810-5BEF-445C-AF19-A2A8064C594D}"/>
              </a:ext>
            </a:extLst>
          </p:cNvPr>
          <p:cNvSpPr txBox="1"/>
          <p:nvPr/>
        </p:nvSpPr>
        <p:spPr>
          <a:xfrm>
            <a:off x="692727" y="669174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削除</a:t>
            </a:r>
          </a:p>
        </p:txBody>
      </p:sp>
    </p:spTree>
    <p:extLst>
      <p:ext uri="{BB962C8B-B14F-4D97-AF65-F5344CB8AC3E}">
        <p14:creationId xmlns:p14="http://schemas.microsoft.com/office/powerpoint/2010/main" val="1139247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7F7ED77-3E1C-4779-BD26-D9AFA9DC42F7}"/>
              </a:ext>
            </a:extLst>
          </p:cNvPr>
          <p:cNvSpPr txBox="1"/>
          <p:nvPr/>
        </p:nvSpPr>
        <p:spPr>
          <a:xfrm>
            <a:off x="148936" y="242958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dirty="0">
                <a:ea typeface="ＭＳ Ｐゴシック"/>
              </a:rPr>
              <a:t>ラクマ編</a:t>
            </a:r>
            <a:endParaRPr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A25674A-FCF7-44FB-95A7-485463F7B090}"/>
              </a:ext>
            </a:extLst>
          </p:cNvPr>
          <p:cNvSpPr txBox="1"/>
          <p:nvPr/>
        </p:nvSpPr>
        <p:spPr>
          <a:xfrm>
            <a:off x="484909" y="281247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追加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0AB2523-A1B4-4258-82C4-A17CCC86BABF}"/>
              </a:ext>
            </a:extLst>
          </p:cNvPr>
          <p:cNvSpPr txBox="1"/>
          <p:nvPr/>
        </p:nvSpPr>
        <p:spPr>
          <a:xfrm>
            <a:off x="692727" y="669174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削除</a:t>
            </a:r>
          </a:p>
        </p:txBody>
      </p:sp>
    </p:spTree>
    <p:extLst>
      <p:ext uri="{BB962C8B-B14F-4D97-AF65-F5344CB8AC3E}">
        <p14:creationId xmlns:p14="http://schemas.microsoft.com/office/powerpoint/2010/main" val="38551128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</Words>
  <Application>Microsoft Office PowerPoint</Application>
  <PresentationFormat>A4 210 x 297 mm</PresentationFormat>
  <Paragraphs>12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9" baseType="lpstr">
      <vt:lpstr>ＭＳ Ｐゴシック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/>
  <cp:lastModifiedBy>ban</cp:lastModifiedBy>
  <cp:revision>10</cp:revision>
  <dcterms:created xsi:type="dcterms:W3CDTF">2020-10-04T03:34:06Z</dcterms:created>
  <dcterms:modified xsi:type="dcterms:W3CDTF">2020-10-04T04:15:10Z</dcterms:modified>
</cp:coreProperties>
</file>