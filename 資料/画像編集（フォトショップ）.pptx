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216" y="-9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632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56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07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72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007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72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46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69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08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08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78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1C3E3-0F55-497B-9F17-A74AAE0A25CF}" type="datetimeFigureOut">
              <a:rPr kumimoji="1" lang="ja-JP" altLang="en-US" smtClean="0"/>
              <a:t>2020/10/26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F6505-5EEE-49DA-9D47-EB35A9AA08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836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7666" y="1723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画像編集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="" xmlns:a16="http://schemas.microsoft.com/office/drawing/2014/main" id="{33201E4E-2972-42F2-B726-A60EC2B91A75}"/>
              </a:ext>
            </a:extLst>
          </p:cNvPr>
          <p:cNvSpPr/>
          <p:nvPr/>
        </p:nvSpPr>
        <p:spPr>
          <a:xfrm>
            <a:off x="174661" y="172349"/>
            <a:ext cx="9534418" cy="65133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="" xmlns:a16="http://schemas.microsoft.com/office/drawing/2014/main" id="{364D6BC0-BCB4-458F-B757-7DC20D0F67D2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4941870" y="172349"/>
            <a:ext cx="0" cy="6513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1385662" y="35701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髪の毛</a:t>
            </a: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18" y="923925"/>
            <a:ext cx="1590675" cy="438150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 rotWithShape="1">
          <a:blip r:embed="rId3"/>
          <a:srcRect l="16026" r="56282" b="36782"/>
          <a:stretch/>
        </p:blipFill>
        <p:spPr>
          <a:xfrm>
            <a:off x="441318" y="1534470"/>
            <a:ext cx="2743200" cy="3522663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4"/>
          <a:srcRect l="85897" t="82593"/>
          <a:stretch/>
        </p:blipFill>
        <p:spPr>
          <a:xfrm>
            <a:off x="441318" y="5449292"/>
            <a:ext cx="1397000" cy="969962"/>
          </a:xfrm>
          <a:prstGeom prst="rect">
            <a:avLst/>
          </a:prstGeom>
        </p:spPr>
      </p:pic>
      <p:sp>
        <p:nvSpPr>
          <p:cNvPr id="15" name="テキスト ボックス 14"/>
          <p:cNvSpPr txBox="1"/>
          <p:nvPr/>
        </p:nvSpPr>
        <p:spPr>
          <a:xfrm>
            <a:off x="2031993" y="613178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/>
              <a:t>レイアーマスク</a:t>
            </a:r>
            <a:endParaRPr kumimoji="1" lang="ja-JP" altLang="en-US" sz="1200" dirty="0"/>
          </a:p>
        </p:txBody>
      </p:sp>
      <p:sp>
        <p:nvSpPr>
          <p:cNvPr id="16" name="正方形/長方形 15"/>
          <p:cNvSpPr/>
          <p:nvPr/>
        </p:nvSpPr>
        <p:spPr>
          <a:xfrm>
            <a:off x="1022350" y="6045200"/>
            <a:ext cx="177800" cy="225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/>
          <p:cNvCxnSpPr/>
          <p:nvPr/>
        </p:nvCxnSpPr>
        <p:spPr>
          <a:xfrm flipH="1">
            <a:off x="1236655" y="6076950"/>
            <a:ext cx="1001720" cy="80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0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6</Words>
  <Application>Microsoft Office PowerPoint</Application>
  <PresentationFormat>A4 210 x 297 mm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JS_PC1</dc:creator>
  <cp:lastModifiedBy>JS_PC1</cp:lastModifiedBy>
  <cp:revision>22</cp:revision>
  <dcterms:created xsi:type="dcterms:W3CDTF">2020-10-06T04:22:30Z</dcterms:created>
  <dcterms:modified xsi:type="dcterms:W3CDTF">2020-10-26T06:01:09Z</dcterms:modified>
</cp:coreProperties>
</file>