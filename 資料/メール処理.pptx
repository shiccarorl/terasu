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4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C25B5-E890-40A9-8F42-F384629B093D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2946F-FC3E-48CD-B4D0-8A74EEA1D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858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A2946F-FC3E-48CD-B4D0-8A74EEA1D02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277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05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04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47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265212" y="3808766"/>
            <a:ext cx="1620738" cy="9078206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971675" y="3808766"/>
            <a:ext cx="1620739" cy="9078206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2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473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304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78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19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89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54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2761060" y="761294"/>
            <a:ext cx="831354" cy="1212567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265212" y="761294"/>
            <a:ext cx="2410122" cy="1212567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9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B737E-59B5-4E3C-BE3E-61B91EFE1B7E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242B6-1DB8-4C48-AFF8-50A7B6F662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361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967"/>
            <a:ext cx="6858000" cy="3857625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635250" y="2778125"/>
            <a:ext cx="717550" cy="225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6248400" y="2216150"/>
            <a:ext cx="508000" cy="50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-628650" y="4579981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ヤフオク＞</a:t>
            </a:r>
            <a:r>
              <a:rPr kumimoji="1" lang="ja-JP" altLang="en-US" dirty="0" smtClean="0"/>
              <a:t>落札ナビ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730250" y="2470150"/>
            <a:ext cx="1600200" cy="25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/>
          <p:cNvCxnSpPr/>
          <p:nvPr/>
        </p:nvCxnSpPr>
        <p:spPr>
          <a:xfrm flipH="1" flipV="1">
            <a:off x="1866900" y="2597150"/>
            <a:ext cx="565150" cy="2266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V="1">
            <a:off x="2686050" y="2940050"/>
            <a:ext cx="261992" cy="1904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flipV="1">
            <a:off x="2743200" y="2653430"/>
            <a:ext cx="3454400" cy="2111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2149475" y="486410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ノートに書く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730250" y="2778125"/>
            <a:ext cx="342900" cy="454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/>
          <p:cNvCxnSpPr/>
          <p:nvPr/>
        </p:nvCxnSpPr>
        <p:spPr>
          <a:xfrm flipH="1" flipV="1">
            <a:off x="1073150" y="3003550"/>
            <a:ext cx="1257300" cy="186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24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813050" y="1727200"/>
            <a:ext cx="438150" cy="17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/>
          <p:cNvCxnSpPr/>
          <p:nvPr/>
        </p:nvCxnSpPr>
        <p:spPr>
          <a:xfrm flipV="1">
            <a:off x="2730500" y="1928812"/>
            <a:ext cx="374650" cy="2123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1855"/>
            <a:ext cx="6858000" cy="3857625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>
          <a:xfrm>
            <a:off x="2292350" y="6070600"/>
            <a:ext cx="2241550" cy="158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/>
          <p:cNvCxnSpPr/>
          <p:nvPr/>
        </p:nvCxnSpPr>
        <p:spPr>
          <a:xfrm flipH="1">
            <a:off x="3790950" y="3642206"/>
            <a:ext cx="996950" cy="239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412671" y="7910547"/>
            <a:ext cx="4406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の時はノートに「支払済み」「発メール」と書く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730500" y="3081807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受取確認待ち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657987" y="3288663"/>
            <a:ext cx="22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かんたんラクマパック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575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8201"/>
            <a:ext cx="6858000" cy="3857625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723900" y="3919538"/>
            <a:ext cx="309563" cy="204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/>
          <p:cNvCxnSpPr>
            <a:endCxn id="5" idx="2"/>
          </p:cNvCxnSpPr>
          <p:nvPr/>
        </p:nvCxnSpPr>
        <p:spPr>
          <a:xfrm flipH="1" flipV="1">
            <a:off x="878682" y="4124325"/>
            <a:ext cx="459581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1338263" y="4786313"/>
            <a:ext cx="6094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「送信済み」「対応終了」の時、ノートに「発メール」「支払済み」</a:t>
            </a:r>
            <a:endParaRPr kumimoji="1" lang="ja-JP" altLang="en-US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 rotWithShape="1">
          <a:blip r:embed="rId4"/>
          <a:srcRect l="62916"/>
          <a:stretch/>
        </p:blipFill>
        <p:spPr>
          <a:xfrm>
            <a:off x="4314824" y="5155645"/>
            <a:ext cx="2543175" cy="3857625"/>
          </a:xfrm>
          <a:prstGeom prst="rect">
            <a:avLst/>
          </a:prstGeom>
        </p:spPr>
      </p:pic>
      <p:sp>
        <p:nvSpPr>
          <p:cNvPr id="10" name="正方形/長方形 9"/>
          <p:cNvSpPr/>
          <p:nvPr/>
        </p:nvSpPr>
        <p:spPr>
          <a:xfrm>
            <a:off x="6153150" y="8181975"/>
            <a:ext cx="609600" cy="200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/>
          <p:cNvCxnSpPr/>
          <p:nvPr/>
        </p:nvCxnSpPr>
        <p:spPr>
          <a:xfrm flipV="1">
            <a:off x="6216650" y="8324850"/>
            <a:ext cx="169863" cy="771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5803900" y="9159875"/>
            <a:ext cx="4785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ここのリンクが「受け取り明細」が表示される時</a:t>
            </a:r>
            <a:endParaRPr kumimoji="1" lang="en-US" altLang="ja-JP" dirty="0" smtClean="0"/>
          </a:p>
          <a:p>
            <a:r>
              <a:rPr kumimoji="1" lang="ja-JP" altLang="en-US" dirty="0" smtClean="0"/>
              <a:t>「支払済み」とノートに書く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73997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65</Words>
  <Application>Microsoft Office PowerPoint</Application>
  <PresentationFormat>A4 210 x 297 mm</PresentationFormat>
  <Paragraphs>9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JS_PC1</dc:creator>
  <cp:lastModifiedBy>JS_PC1</cp:lastModifiedBy>
  <cp:revision>5</cp:revision>
  <dcterms:created xsi:type="dcterms:W3CDTF">2020-10-05T00:27:35Z</dcterms:created>
  <dcterms:modified xsi:type="dcterms:W3CDTF">2020-10-16T03:26:17Z</dcterms:modified>
</cp:coreProperties>
</file>