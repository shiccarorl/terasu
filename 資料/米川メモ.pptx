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2" r:id="rId3"/>
    <p:sldId id="263" r:id="rId4"/>
    <p:sldId id="264" r:id="rId5"/>
  </p:sldIdLst>
  <p:sldSz cx="6858000" cy="9906000" type="A4"/>
  <p:notesSz cx="6858000" cy="994568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939F9B-5CD9-4EA5-A8B0-78096D56EECE}" v="2" dt="2020-10-04T07:00:43.282"/>
    <p1510:client id="{24CE4D80-0165-4065-B587-139AB68BC2E1}" v="5" dt="2020-10-04T07:02:34.866"/>
    <p1510:client id="{7A83AD0D-A2E6-4D84-9AB6-032AAB82108E}" v="4" dt="2020-10-04T03:31:58.470"/>
    <p1510:client id="{90A2DB33-C5F2-4B03-9A45-C291A9EAEFC9}" v="18" dt="2020-10-04T03:06:34.241"/>
    <p1510:client id="{E2AEB8C2-11D0-44C4-B111-B0073C6F484B}" v="40" dt="2020-10-04T03:29:58.482"/>
    <p1510:client id="{E9F1BD0E-C232-4499-9759-BEBE86959E76}" v="26" dt="2020-10-04T03:04:41.463"/>
    <p1510:client id="{EDA201D0-A994-4595-9B4E-9B7842F2956B}" v="6" dt="2020-10-04T02:45:37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54" d="100"/>
          <a:sy n="54" d="100"/>
        </p:scale>
        <p:origin x="24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nekawakenji" userId="S::admin@mori520.onmicrosoft.com::db28140b-e13e-4206-ac07-3b82fe2964c8" providerId="AD" clId="Web-{23939F9B-5CD9-4EA5-A8B0-78096D56EECE}"/>
    <pc:docChg chg="modSld">
      <pc:chgData name="yonekawakenji" userId="S::admin@mori520.onmicrosoft.com::db28140b-e13e-4206-ac07-3b82fe2964c8" providerId="AD" clId="Web-{23939F9B-5CD9-4EA5-A8B0-78096D56EECE}" dt="2020-10-04T07:00:43.282" v="1" actId="1076"/>
      <pc:docMkLst>
        <pc:docMk/>
      </pc:docMkLst>
      <pc:sldChg chg="modSp">
        <pc:chgData name="yonekawakenji" userId="S::admin@mori520.onmicrosoft.com::db28140b-e13e-4206-ac07-3b82fe2964c8" providerId="AD" clId="Web-{23939F9B-5CD9-4EA5-A8B0-78096D56EECE}" dt="2020-10-04T07:00:43.282" v="1" actId="1076"/>
        <pc:sldMkLst>
          <pc:docMk/>
          <pc:sldMk cId="1987340470" sldId="262"/>
        </pc:sldMkLst>
        <pc:spChg chg="mod">
          <ac:chgData name="yonekawakenji" userId="S::admin@mori520.onmicrosoft.com::db28140b-e13e-4206-ac07-3b82fe2964c8" providerId="AD" clId="Web-{23939F9B-5CD9-4EA5-A8B0-78096D56EECE}" dt="2020-10-04T07:00:43.282" v="1" actId="1076"/>
          <ac:spMkLst>
            <pc:docMk/>
            <pc:sldMk cId="1987340470" sldId="262"/>
            <ac:spMk id="7" creationId="{348C557A-2B8B-4628-9A9C-C90A910D6158}"/>
          </ac:spMkLst>
        </pc:spChg>
      </pc:sldChg>
    </pc:docChg>
  </pc:docChgLst>
  <pc:docChgLst>
    <pc:chgData name="yonekawakenji" userId="S::admin@mori520.onmicrosoft.com::db28140b-e13e-4206-ac07-3b82fe2964c8" providerId="AD" clId="Web-{90A2DB33-C5F2-4B03-9A45-C291A9EAEFC9}"/>
    <pc:docChg chg="modSld">
      <pc:chgData name="yonekawakenji" userId="S::admin@mori520.onmicrosoft.com::db28140b-e13e-4206-ac07-3b82fe2964c8" providerId="AD" clId="Web-{90A2DB33-C5F2-4B03-9A45-C291A9EAEFC9}" dt="2020-10-04T03:06:34.241" v="16" actId="1076"/>
      <pc:docMkLst>
        <pc:docMk/>
      </pc:docMkLst>
      <pc:sldChg chg="addSp modSp">
        <pc:chgData name="yonekawakenji" userId="S::admin@mori520.onmicrosoft.com::db28140b-e13e-4206-ac07-3b82fe2964c8" providerId="AD" clId="Web-{90A2DB33-C5F2-4B03-9A45-C291A9EAEFC9}" dt="2020-10-04T03:06:34.241" v="16" actId="1076"/>
        <pc:sldMkLst>
          <pc:docMk/>
          <pc:sldMk cId="2462529167" sldId="269"/>
        </pc:sldMkLst>
        <pc:spChg chg="add mod">
          <ac:chgData name="yonekawakenji" userId="S::admin@mori520.onmicrosoft.com::db28140b-e13e-4206-ac07-3b82fe2964c8" providerId="AD" clId="Web-{90A2DB33-C5F2-4B03-9A45-C291A9EAEFC9}" dt="2020-10-04T03:06:20.663" v="10" actId="20577"/>
          <ac:spMkLst>
            <pc:docMk/>
            <pc:sldMk cId="2462529167" sldId="269"/>
            <ac:spMk id="2" creationId="{CE5307F7-1896-4375-A97B-9417ABD6DFF8}"/>
          </ac:spMkLst>
        </pc:spChg>
        <pc:spChg chg="mod">
          <ac:chgData name="yonekawakenji" userId="S::admin@mori520.onmicrosoft.com::db28140b-e13e-4206-ac07-3b82fe2964c8" providerId="AD" clId="Web-{90A2DB33-C5F2-4B03-9A45-C291A9EAEFC9}" dt="2020-10-04T03:06:34.241" v="16" actId="1076"/>
          <ac:spMkLst>
            <pc:docMk/>
            <pc:sldMk cId="2462529167" sldId="269"/>
            <ac:spMk id="4" creationId="{5BCAB9D0-D113-4CD2-B7C9-CBAAFCFBB19E}"/>
          </ac:spMkLst>
        </pc:spChg>
      </pc:sldChg>
    </pc:docChg>
  </pc:docChgLst>
  <pc:docChgLst>
    <pc:chgData name="yonekawakenji" userId="S::admin@mori520.onmicrosoft.com::db28140b-e13e-4206-ac07-3b82fe2964c8" providerId="AD" clId="Web-{E2AEB8C2-11D0-44C4-B111-B0073C6F484B}"/>
    <pc:docChg chg="addSld modSld">
      <pc:chgData name="yonekawakenji" userId="S::admin@mori520.onmicrosoft.com::db28140b-e13e-4206-ac07-3b82fe2964c8" providerId="AD" clId="Web-{E2AEB8C2-11D0-44C4-B111-B0073C6F484B}" dt="2020-10-04T03:29:58.482" v="39" actId="20577"/>
      <pc:docMkLst>
        <pc:docMk/>
      </pc:docMkLst>
      <pc:sldChg chg="addSp delSp modSp new">
        <pc:chgData name="yonekawakenji" userId="S::admin@mori520.onmicrosoft.com::db28140b-e13e-4206-ac07-3b82fe2964c8" providerId="AD" clId="Web-{E2AEB8C2-11D0-44C4-B111-B0073C6F484B}" dt="2020-10-04T03:28:32.044" v="19" actId="20577"/>
        <pc:sldMkLst>
          <pc:docMk/>
          <pc:sldMk cId="3738177367" sldId="270"/>
        </pc:sldMkLst>
        <pc:spChg chg="del">
          <ac:chgData name="yonekawakenji" userId="S::admin@mori520.onmicrosoft.com::db28140b-e13e-4206-ac07-3b82fe2964c8" providerId="AD" clId="Web-{E2AEB8C2-11D0-44C4-B111-B0073C6F484B}" dt="2020-10-04T03:27:39.962" v="5"/>
          <ac:spMkLst>
            <pc:docMk/>
            <pc:sldMk cId="3738177367" sldId="270"/>
            <ac:spMk id="2" creationId="{7414CA7C-F973-46E1-92E7-2BD411AF4700}"/>
          </ac:spMkLst>
        </pc:spChg>
        <pc:spChg chg="del">
          <ac:chgData name="yonekawakenji" userId="S::admin@mori520.onmicrosoft.com::db28140b-e13e-4206-ac07-3b82fe2964c8" providerId="AD" clId="Web-{E2AEB8C2-11D0-44C4-B111-B0073C6F484B}" dt="2020-10-04T03:27:38.837" v="4"/>
          <ac:spMkLst>
            <pc:docMk/>
            <pc:sldMk cId="3738177367" sldId="270"/>
            <ac:spMk id="3" creationId="{CF3716F2-AF4B-46C0-89C7-703058D6DB52}"/>
          </ac:spMkLst>
        </pc:spChg>
        <pc:spChg chg="add mod">
          <ac:chgData name="yonekawakenji" userId="S::admin@mori520.onmicrosoft.com::db28140b-e13e-4206-ac07-3b82fe2964c8" providerId="AD" clId="Web-{E2AEB8C2-11D0-44C4-B111-B0073C6F484B}" dt="2020-10-04T03:28:10.137" v="8" actId="20577"/>
          <ac:spMkLst>
            <pc:docMk/>
            <pc:sldMk cId="3738177367" sldId="270"/>
            <ac:spMk id="4" creationId="{9CC920E1-A906-4FC3-89EA-90A6C1B26029}"/>
          </ac:spMkLst>
        </pc:spChg>
        <pc:spChg chg="add mod">
          <ac:chgData name="yonekawakenji" userId="S::admin@mori520.onmicrosoft.com::db28140b-e13e-4206-ac07-3b82fe2964c8" providerId="AD" clId="Web-{E2AEB8C2-11D0-44C4-B111-B0073C6F484B}" dt="2020-10-04T03:28:32.044" v="19" actId="20577"/>
          <ac:spMkLst>
            <pc:docMk/>
            <pc:sldMk cId="3738177367" sldId="270"/>
            <ac:spMk id="5" creationId="{27F7ED77-3E1C-4779-BD26-D9AFA9DC42F7}"/>
          </ac:spMkLst>
        </pc:spChg>
      </pc:sldChg>
      <pc:sldChg chg="modSp add replId">
        <pc:chgData name="yonekawakenji" userId="S::admin@mori520.onmicrosoft.com::db28140b-e13e-4206-ac07-3b82fe2964c8" providerId="AD" clId="Web-{E2AEB8C2-11D0-44C4-B111-B0073C6F484B}" dt="2020-10-04T03:28:56.576" v="25" actId="20577"/>
        <pc:sldMkLst>
          <pc:docMk/>
          <pc:sldMk cId="2997646382" sldId="271"/>
        </pc:sldMkLst>
        <pc:spChg chg="mod">
          <ac:chgData name="yonekawakenji" userId="S::admin@mori520.onmicrosoft.com::db28140b-e13e-4206-ac07-3b82fe2964c8" providerId="AD" clId="Web-{E2AEB8C2-11D0-44C4-B111-B0073C6F484B}" dt="2020-10-04T03:28:56.576" v="25" actId="20577"/>
          <ac:spMkLst>
            <pc:docMk/>
            <pc:sldMk cId="2997646382" sldId="271"/>
            <ac:spMk id="5" creationId="{27F7ED77-3E1C-4779-BD26-D9AFA9DC42F7}"/>
          </ac:spMkLst>
        </pc:spChg>
      </pc:sldChg>
      <pc:sldChg chg="modSp add replId">
        <pc:chgData name="yonekawakenji" userId="S::admin@mori520.onmicrosoft.com::db28140b-e13e-4206-ac07-3b82fe2964c8" providerId="AD" clId="Web-{E2AEB8C2-11D0-44C4-B111-B0073C6F484B}" dt="2020-10-04T03:29:33.811" v="33" actId="20577"/>
        <pc:sldMkLst>
          <pc:docMk/>
          <pc:sldMk cId="1139247948" sldId="272"/>
        </pc:sldMkLst>
        <pc:spChg chg="mod">
          <ac:chgData name="yonekawakenji" userId="S::admin@mori520.onmicrosoft.com::db28140b-e13e-4206-ac07-3b82fe2964c8" providerId="AD" clId="Web-{E2AEB8C2-11D0-44C4-B111-B0073C6F484B}" dt="2020-10-04T03:29:33.811" v="33" actId="20577"/>
          <ac:spMkLst>
            <pc:docMk/>
            <pc:sldMk cId="1139247948" sldId="272"/>
            <ac:spMk id="5" creationId="{27F7ED77-3E1C-4779-BD26-D9AFA9DC42F7}"/>
          </ac:spMkLst>
        </pc:spChg>
      </pc:sldChg>
      <pc:sldChg chg="modSp add replId">
        <pc:chgData name="yonekawakenji" userId="S::admin@mori520.onmicrosoft.com::db28140b-e13e-4206-ac07-3b82fe2964c8" providerId="AD" clId="Web-{E2AEB8C2-11D0-44C4-B111-B0073C6F484B}" dt="2020-10-04T03:29:56.748" v="37" actId="20577"/>
        <pc:sldMkLst>
          <pc:docMk/>
          <pc:sldMk cId="3855112852" sldId="273"/>
        </pc:sldMkLst>
        <pc:spChg chg="mod">
          <ac:chgData name="yonekawakenji" userId="S::admin@mori520.onmicrosoft.com::db28140b-e13e-4206-ac07-3b82fe2964c8" providerId="AD" clId="Web-{E2AEB8C2-11D0-44C4-B111-B0073C6F484B}" dt="2020-10-04T03:29:56.748" v="37" actId="20577"/>
          <ac:spMkLst>
            <pc:docMk/>
            <pc:sldMk cId="3855112852" sldId="273"/>
            <ac:spMk id="5" creationId="{27F7ED77-3E1C-4779-BD26-D9AFA9DC42F7}"/>
          </ac:spMkLst>
        </pc:spChg>
      </pc:sldChg>
    </pc:docChg>
  </pc:docChgLst>
  <pc:docChgLst>
    <pc:chgData name="yonekawakenji" userId="S::admin@mori520.onmicrosoft.com::db28140b-e13e-4206-ac07-3b82fe2964c8" providerId="AD" clId="Web-{24CE4D80-0165-4065-B587-139AB68BC2E1}"/>
    <pc:docChg chg="modSld">
      <pc:chgData name="yonekawakenji" userId="S::admin@mori520.onmicrosoft.com::db28140b-e13e-4206-ac07-3b82fe2964c8" providerId="AD" clId="Web-{24CE4D80-0165-4065-B587-139AB68BC2E1}" dt="2020-10-04T07:02:34.866" v="4" actId="20577"/>
      <pc:docMkLst>
        <pc:docMk/>
      </pc:docMkLst>
      <pc:sldChg chg="modSp">
        <pc:chgData name="yonekawakenji" userId="S::admin@mori520.onmicrosoft.com::db28140b-e13e-4206-ac07-3b82fe2964c8" providerId="AD" clId="Web-{24CE4D80-0165-4065-B587-139AB68BC2E1}" dt="2020-10-04T07:02:24.382" v="3" actId="20577"/>
        <pc:sldMkLst>
          <pc:docMk/>
          <pc:sldMk cId="353724189" sldId="257"/>
        </pc:sldMkLst>
        <pc:spChg chg="mod">
          <ac:chgData name="yonekawakenji" userId="S::admin@mori520.onmicrosoft.com::db28140b-e13e-4206-ac07-3b82fe2964c8" providerId="AD" clId="Web-{24CE4D80-0165-4065-B587-139AB68BC2E1}" dt="2020-10-04T07:02:24.382" v="3" actId="20577"/>
          <ac:spMkLst>
            <pc:docMk/>
            <pc:sldMk cId="353724189" sldId="257"/>
            <ac:spMk id="5" creationId="{00000000-0000-0000-0000-000000000000}"/>
          </ac:spMkLst>
        </pc:spChg>
      </pc:sldChg>
    </pc:docChg>
  </pc:docChgLst>
  <pc:docChgLst>
    <pc:chgData name="yonekawakenji" userId="S::admin@mori520.onmicrosoft.com::db28140b-e13e-4206-ac07-3b82fe2964c8" providerId="AD" clId="Web-{EDA201D0-A994-4595-9B4E-9B7842F2956B}"/>
    <pc:docChg chg="modSld">
      <pc:chgData name="yonekawakenji" userId="S::admin@mori520.onmicrosoft.com::db28140b-e13e-4206-ac07-3b82fe2964c8" providerId="AD" clId="Web-{EDA201D0-A994-4595-9B4E-9B7842F2956B}" dt="2020-10-04T02:45:37.415" v="5" actId="20577"/>
      <pc:docMkLst>
        <pc:docMk/>
      </pc:docMkLst>
      <pc:sldChg chg="modSp">
        <pc:chgData name="yonekawakenji" userId="S::admin@mori520.onmicrosoft.com::db28140b-e13e-4206-ac07-3b82fe2964c8" providerId="AD" clId="Web-{EDA201D0-A994-4595-9B4E-9B7842F2956B}" dt="2020-10-04T02:45:37.415" v="4" actId="20577"/>
        <pc:sldMkLst>
          <pc:docMk/>
          <pc:sldMk cId="1799112631" sldId="266"/>
        </pc:sldMkLst>
        <pc:spChg chg="mod">
          <ac:chgData name="yonekawakenji" userId="S::admin@mori520.onmicrosoft.com::db28140b-e13e-4206-ac07-3b82fe2964c8" providerId="AD" clId="Web-{EDA201D0-A994-4595-9B4E-9B7842F2956B}" dt="2020-10-04T02:45:37.415" v="4" actId="20577"/>
          <ac:spMkLst>
            <pc:docMk/>
            <pc:sldMk cId="1799112631" sldId="266"/>
            <ac:spMk id="5" creationId="{00000000-0000-0000-0000-000000000000}"/>
          </ac:spMkLst>
        </pc:spChg>
      </pc:sldChg>
    </pc:docChg>
  </pc:docChgLst>
  <pc:docChgLst>
    <pc:chgData name="yonekawakenji" userId="S::admin@mori520.onmicrosoft.com::db28140b-e13e-4206-ac07-3b82fe2964c8" providerId="AD" clId="Web-{E9F1BD0E-C232-4499-9759-BEBE86959E76}"/>
    <pc:docChg chg="modSld">
      <pc:chgData name="yonekawakenji" userId="S::admin@mori520.onmicrosoft.com::db28140b-e13e-4206-ac07-3b82fe2964c8" providerId="AD" clId="Web-{E9F1BD0E-C232-4499-9759-BEBE86959E76}" dt="2020-10-04T03:04:41.463" v="23" actId="1076"/>
      <pc:docMkLst>
        <pc:docMk/>
      </pc:docMkLst>
      <pc:sldChg chg="addSp modSp">
        <pc:chgData name="yonekawakenji" userId="S::admin@mori520.onmicrosoft.com::db28140b-e13e-4206-ac07-3b82fe2964c8" providerId="AD" clId="Web-{E9F1BD0E-C232-4499-9759-BEBE86959E76}" dt="2020-10-04T03:04:41.463" v="23" actId="1076"/>
        <pc:sldMkLst>
          <pc:docMk/>
          <pc:sldMk cId="131782876" sldId="264"/>
        </pc:sldMkLst>
        <pc:spChg chg="mod">
          <ac:chgData name="yonekawakenji" userId="S::admin@mori520.onmicrosoft.com::db28140b-e13e-4206-ac07-3b82fe2964c8" providerId="AD" clId="Web-{E9F1BD0E-C232-4499-9759-BEBE86959E76}" dt="2020-10-04T03:04:13.135" v="20" actId="20577"/>
          <ac:spMkLst>
            <pc:docMk/>
            <pc:sldMk cId="131782876" sldId="264"/>
            <ac:spMk id="4" creationId="{00000000-0000-0000-0000-000000000000}"/>
          </ac:spMkLst>
        </pc:spChg>
        <pc:picChg chg="add mod">
          <ac:chgData name="yonekawakenji" userId="S::admin@mori520.onmicrosoft.com::db28140b-e13e-4206-ac07-3b82fe2964c8" providerId="AD" clId="Web-{E9F1BD0E-C232-4499-9759-BEBE86959E76}" dt="2020-10-04T03:04:41.463" v="23" actId="1076"/>
          <ac:picMkLst>
            <pc:docMk/>
            <pc:sldMk cId="131782876" sldId="264"/>
            <ac:picMk id="2" creationId="{EA560760-023B-4451-A529-706843B08657}"/>
          </ac:picMkLst>
        </pc:picChg>
      </pc:sldChg>
      <pc:sldChg chg="modSp">
        <pc:chgData name="yonekawakenji" userId="S::admin@mori520.onmicrosoft.com::db28140b-e13e-4206-ac07-3b82fe2964c8" providerId="AD" clId="Web-{E9F1BD0E-C232-4499-9759-BEBE86959E76}" dt="2020-10-04T03:01:03.335" v="10" actId="20577"/>
        <pc:sldMkLst>
          <pc:docMk/>
          <pc:sldMk cId="1799112631" sldId="266"/>
        </pc:sldMkLst>
        <pc:spChg chg="mod">
          <ac:chgData name="yonekawakenji" userId="S::admin@mori520.onmicrosoft.com::db28140b-e13e-4206-ac07-3b82fe2964c8" providerId="AD" clId="Web-{E9F1BD0E-C232-4499-9759-BEBE86959E76}" dt="2020-10-04T03:01:03.335" v="10" actId="20577"/>
          <ac:spMkLst>
            <pc:docMk/>
            <pc:sldMk cId="1799112631" sldId="266"/>
            <ac:spMk id="4" creationId="{00000000-0000-0000-0000-000000000000}"/>
          </ac:spMkLst>
        </pc:spChg>
      </pc:sldChg>
      <pc:sldChg chg="addSp modSp">
        <pc:chgData name="yonekawakenji" userId="S::admin@mori520.onmicrosoft.com::db28140b-e13e-4206-ac07-3b82fe2964c8" providerId="AD" clId="Web-{E9F1BD0E-C232-4499-9759-BEBE86959E76}" dt="2020-10-04T03:02:57.960" v="14" actId="1076"/>
        <pc:sldMkLst>
          <pc:docMk/>
          <pc:sldMk cId="439548651" sldId="267"/>
        </pc:sldMkLst>
        <pc:picChg chg="add mod">
          <ac:chgData name="yonekawakenji" userId="S::admin@mori520.onmicrosoft.com::db28140b-e13e-4206-ac07-3b82fe2964c8" providerId="AD" clId="Web-{E9F1BD0E-C232-4499-9759-BEBE86959E76}" dt="2020-10-04T03:02:57.960" v="14" actId="1076"/>
          <ac:picMkLst>
            <pc:docMk/>
            <pc:sldMk cId="439548651" sldId="267"/>
            <ac:picMk id="2" creationId="{6B77C35E-6B4D-40A2-BE29-0DA5A4206307}"/>
          </ac:picMkLst>
        </pc:picChg>
      </pc:sldChg>
    </pc:docChg>
  </pc:docChgLst>
  <pc:docChgLst>
    <pc:chgData name="yonekawakenji" userId="S::admin@mori520.onmicrosoft.com::db28140b-e13e-4206-ac07-3b82fe2964c8" providerId="AD" clId="Web-{7A83AD0D-A2E6-4D84-9AB6-032AAB82108E}"/>
    <pc:docChg chg="modSld">
      <pc:chgData name="yonekawakenji" userId="S::admin@mori520.onmicrosoft.com::db28140b-e13e-4206-ac07-3b82fe2964c8" providerId="AD" clId="Web-{7A83AD0D-A2E6-4D84-9AB6-032AAB82108E}" dt="2020-10-04T03:31:58.470" v="3"/>
      <pc:docMkLst>
        <pc:docMk/>
      </pc:docMkLst>
      <pc:sldChg chg="delSp">
        <pc:chgData name="yonekawakenji" userId="S::admin@mori520.onmicrosoft.com::db28140b-e13e-4206-ac07-3b82fe2964c8" providerId="AD" clId="Web-{7A83AD0D-A2E6-4D84-9AB6-032AAB82108E}" dt="2020-10-04T03:31:58.470" v="3"/>
        <pc:sldMkLst>
          <pc:docMk/>
          <pc:sldMk cId="1799112631" sldId="266"/>
        </pc:sldMkLst>
        <pc:spChg chg="del">
          <ac:chgData name="yonekawakenji" userId="S::admin@mori520.onmicrosoft.com::db28140b-e13e-4206-ac07-3b82fe2964c8" providerId="AD" clId="Web-{7A83AD0D-A2E6-4D84-9AB6-032AAB82108E}" dt="2020-10-04T03:31:58.470" v="1"/>
          <ac:spMkLst>
            <pc:docMk/>
            <pc:sldMk cId="1799112631" sldId="266"/>
            <ac:spMk id="9" creationId="{00000000-0000-0000-0000-000000000000}"/>
          </ac:spMkLst>
        </pc:spChg>
        <pc:picChg chg="del">
          <ac:chgData name="yonekawakenji" userId="S::admin@mori520.onmicrosoft.com::db28140b-e13e-4206-ac07-3b82fe2964c8" providerId="AD" clId="Web-{7A83AD0D-A2E6-4D84-9AB6-032AAB82108E}" dt="2020-10-04T03:31:58.470" v="3"/>
          <ac:picMkLst>
            <pc:docMk/>
            <pc:sldMk cId="1799112631" sldId="266"/>
            <ac:picMk id="6" creationId="{00000000-0000-0000-0000-000000000000}"/>
          </ac:picMkLst>
        </pc:picChg>
        <pc:picChg chg="del">
          <ac:chgData name="yonekawakenji" userId="S::admin@mori520.onmicrosoft.com::db28140b-e13e-4206-ac07-3b82fe2964c8" providerId="AD" clId="Web-{7A83AD0D-A2E6-4D84-9AB6-032AAB82108E}" dt="2020-10-04T03:31:58.454" v="0"/>
          <ac:picMkLst>
            <pc:docMk/>
            <pc:sldMk cId="1799112631" sldId="266"/>
            <ac:picMk id="10" creationId="{00000000-0000-0000-0000-000000000000}"/>
          </ac:picMkLst>
        </pc:picChg>
        <pc:cxnChg chg="del">
          <ac:chgData name="yonekawakenji" userId="S::admin@mori520.onmicrosoft.com::db28140b-e13e-4206-ac07-3b82fe2964c8" providerId="AD" clId="Web-{7A83AD0D-A2E6-4D84-9AB6-032AAB82108E}" dt="2020-10-04T03:31:58.470" v="2"/>
          <ac:cxnSpMkLst>
            <pc:docMk/>
            <pc:sldMk cId="1799112631" sldId="266"/>
            <ac:cxnSpMk id="8" creationId="{00000000-0000-0000-0000-000000000000}"/>
          </ac:cxnSpMkLst>
        </pc:cxn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7267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96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616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219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7421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504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9289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45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190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016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064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5DCF8-3B15-4FD7-AE3E-260C98715A19}" type="datetimeFigureOut">
              <a:rPr kumimoji="1" lang="ja-JP" altLang="en-US" smtClean="0"/>
              <a:t>2020/10/16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3787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96883" y="475013"/>
            <a:ext cx="54938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朝来てやること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１、メールチェック</a:t>
            </a:r>
            <a:endParaRPr kumimoji="1" lang="en-US" altLang="ja-JP" dirty="0"/>
          </a:p>
          <a:p>
            <a:r>
              <a:rPr lang="ja-JP" altLang="en-US" dirty="0"/>
              <a:t>２、理事長からのメールの処理</a:t>
            </a:r>
            <a:endParaRPr lang="en-US" altLang="ja-JP" dirty="0"/>
          </a:p>
          <a:p>
            <a:r>
              <a:rPr kumimoji="1" lang="ja-JP" altLang="en-US" dirty="0"/>
              <a:t>　　「ラクマ」と「ヤフオク」をノートを使って管理している。</a:t>
            </a:r>
            <a:endParaRPr kumimoji="1" lang="en-US" altLang="ja-JP" dirty="0"/>
          </a:p>
          <a:p>
            <a:r>
              <a:rPr lang="ja-JP" altLang="en-US" dirty="0"/>
              <a:t>３、楽天➡アマゾンの順番に処理していく。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0628" y="2541319"/>
            <a:ext cx="6114174" cy="34163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kumimoji="1" lang="ja-JP" altLang="en-US" dirty="0"/>
              <a:t>やっていること</a:t>
            </a:r>
            <a:endParaRPr kumimoji="1" lang="en-US" altLang="ja-JP" dirty="0"/>
          </a:p>
          <a:p>
            <a:r>
              <a:rPr lang="ja-JP" altLang="en-US" dirty="0"/>
              <a:t>１、</a:t>
            </a:r>
            <a:r>
              <a:rPr lang="ja-JP" altLang="en-US" dirty="0">
                <a:hlinkClick r:id="" action="ppaction://noaction"/>
              </a:rPr>
              <a:t>楽天</a:t>
            </a:r>
            <a:endParaRPr lang="en-US" altLang="ja-JP" dirty="0"/>
          </a:p>
          <a:p>
            <a:r>
              <a:rPr kumimoji="1" lang="ja-JP" altLang="en-US" dirty="0"/>
              <a:t>２、</a:t>
            </a:r>
            <a:r>
              <a:rPr kumimoji="1" lang="ja-JP" altLang="en-US" dirty="0">
                <a:hlinkClick r:id="" action="ppaction://noaction"/>
              </a:rPr>
              <a:t>楽天ラクマ</a:t>
            </a:r>
            <a:endParaRPr kumimoji="1" lang="en-US" altLang="ja-JP" dirty="0"/>
          </a:p>
          <a:p>
            <a:r>
              <a:rPr lang="ja-JP" altLang="en-US" dirty="0"/>
              <a:t>３、</a:t>
            </a:r>
            <a:r>
              <a:rPr lang="ja-JP" altLang="en-US" dirty="0">
                <a:hlinkClick r:id="" action="ppaction://noaction"/>
              </a:rPr>
              <a:t>アマゾン</a:t>
            </a:r>
            <a:endParaRPr lang="en-US" altLang="ja-JP" dirty="0"/>
          </a:p>
          <a:p>
            <a:r>
              <a:rPr kumimoji="1" lang="ja-JP" altLang="en-US" dirty="0"/>
              <a:t>４、</a:t>
            </a:r>
            <a:r>
              <a:rPr kumimoji="1" lang="ja-JP" altLang="en-US" dirty="0">
                <a:hlinkClick r:id="" action="ppaction://noaction"/>
              </a:rPr>
              <a:t>ヤフオク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>
                <a:ea typeface="ＭＳ Ｐゴシック"/>
              </a:rPr>
              <a:t>ここでは「売上管理」、「在庫管理」、「商品登録」「画像処理」を</a:t>
            </a:r>
            <a:endParaRPr lang="en-US" altLang="ja-JP" dirty="0">
              <a:ea typeface="ＭＳ Ｐゴシック"/>
            </a:endParaRPr>
          </a:p>
          <a:p>
            <a:r>
              <a:rPr kumimoji="1" lang="ja-JP" altLang="en-US" dirty="0"/>
              <a:t>している。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「メール」「発送」「入金確認」、「商品の売り文句」は</a:t>
            </a:r>
            <a:endParaRPr kumimoji="1" lang="en-US" altLang="ja-JP" dirty="0"/>
          </a:p>
          <a:p>
            <a:r>
              <a:rPr kumimoji="1" lang="ja-JP" altLang="en-US" dirty="0"/>
              <a:t>理事長がしている。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96883" y="8787740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PC</a:t>
            </a:r>
            <a:r>
              <a:rPr kumimoji="1" lang="ja-JP" altLang="en-US" dirty="0"/>
              <a:t>を終わるときは「スリープ」か「休止状態」にしておく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41300" y="6076950"/>
            <a:ext cx="4788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「和モール」と「てらす」の二つの倉庫がある</a:t>
            </a:r>
            <a:r>
              <a:rPr kumimoji="1" lang="ja-JP" altLang="en-US" dirty="0"/>
              <a:t>ので</a:t>
            </a:r>
            <a:endParaRPr kumimoji="1" lang="en-US" altLang="ja-JP" dirty="0"/>
          </a:p>
          <a:p>
            <a:r>
              <a:rPr kumimoji="1" lang="ja-JP" altLang="en-US" dirty="0"/>
              <a:t>棚卸処理</a:t>
            </a:r>
            <a:r>
              <a:rPr lang="ja-JP" altLang="en-US" dirty="0"/>
              <a:t>で数字があわないこともある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3724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>
            <a:extLst>
              <a:ext uri="{FF2B5EF4-FFF2-40B4-BE49-F238E27FC236}">
                <a16:creationId xmlns="" xmlns:a16="http://schemas.microsoft.com/office/drawing/2014/main" id="{A2CFA22D-7032-4B34-A881-CC1B02926E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4377071"/>
              </p:ext>
            </p:extLst>
          </p:nvPr>
        </p:nvGraphicFramePr>
        <p:xfrm>
          <a:off x="423863" y="304800"/>
          <a:ext cx="5962650" cy="590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" name="ワークシート" r:id="rId3" imgW="5962513" imgH="5905642" progId="Excel.Sheet.8">
                  <p:embed/>
                </p:oleObj>
              </mc:Choice>
              <mc:Fallback>
                <p:oleObj name="ワークシート" r:id="rId3" imgW="5962513" imgH="5905642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3863" y="304800"/>
                        <a:ext cx="5962650" cy="590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="" xmlns:a16="http://schemas.microsoft.com/office/drawing/2014/main" id="{C4ECE1E9-2809-47DE-9B00-DEFBAC873624}"/>
              </a:ext>
            </a:extLst>
          </p:cNvPr>
          <p:cNvSpPr txBox="1"/>
          <p:nvPr/>
        </p:nvSpPr>
        <p:spPr>
          <a:xfrm>
            <a:off x="302968" y="6192693"/>
            <a:ext cx="2957861" cy="3647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/>
              <a:t>サーバーは東山さんの</a:t>
            </a:r>
            <a:r>
              <a:rPr kumimoji="1" lang="en-US" altLang="ja-JP" sz="1050" dirty="0"/>
              <a:t>PC</a:t>
            </a:r>
          </a:p>
          <a:p>
            <a:r>
              <a:rPr lang="ja-JP" altLang="en-US" sz="1050" dirty="0"/>
              <a:t>バックアップも取っている</a:t>
            </a:r>
            <a:endParaRPr lang="en-US" altLang="ja-JP" sz="1050" dirty="0"/>
          </a:p>
          <a:p>
            <a:r>
              <a:rPr kumimoji="1" lang="ja-JP" altLang="en-US" sz="1050" dirty="0"/>
              <a:t>東山さん</a:t>
            </a:r>
            <a:r>
              <a:rPr kumimoji="1" lang="en-US" altLang="ja-JP" sz="1050" dirty="0"/>
              <a:t>PC</a:t>
            </a:r>
            <a:r>
              <a:rPr kumimoji="1" lang="ja-JP" altLang="en-US" sz="1050" dirty="0"/>
              <a:t>＞若村さん</a:t>
            </a:r>
            <a:r>
              <a:rPr kumimoji="1" lang="en-US" altLang="ja-JP" sz="1050" dirty="0"/>
              <a:t>PC</a:t>
            </a:r>
            <a:r>
              <a:rPr kumimoji="1" lang="ja-JP" altLang="en-US" sz="1050" dirty="0"/>
              <a:t>から移動したファイル＞</a:t>
            </a:r>
            <a:endParaRPr kumimoji="1" lang="en-US" altLang="ja-JP" sz="1050" dirty="0"/>
          </a:p>
          <a:p>
            <a:r>
              <a:rPr lang="ja-JP" altLang="en-US" sz="1050" dirty="0"/>
              <a:t>　　　　　　　　　　　　　　　　</a:t>
            </a:r>
            <a:r>
              <a:rPr kumimoji="1" lang="ja-JP" altLang="en-US" sz="1050" dirty="0"/>
              <a:t>在庫のファイルがある</a:t>
            </a:r>
            <a:endParaRPr kumimoji="1" lang="en-US" altLang="ja-JP" sz="1050" dirty="0"/>
          </a:p>
          <a:p>
            <a:r>
              <a:rPr lang="ja-JP" altLang="en-US" sz="1050" dirty="0"/>
              <a:t>名前は「在庫管理」だけど、「売上の表」でもある。</a:t>
            </a:r>
            <a:endParaRPr lang="en-US" altLang="ja-JP" sz="1050" dirty="0"/>
          </a:p>
          <a:p>
            <a:r>
              <a:rPr kumimoji="1" lang="ja-JP" altLang="en-US" sz="1050" dirty="0"/>
              <a:t>でも在庫の管理にはなっていない。誤差がある</a:t>
            </a:r>
            <a:endParaRPr kumimoji="1" lang="en-US" altLang="ja-JP" sz="1050" dirty="0"/>
          </a:p>
          <a:p>
            <a:endParaRPr lang="en-US" altLang="ja-JP" sz="1050" dirty="0"/>
          </a:p>
          <a:p>
            <a:r>
              <a:rPr kumimoji="1" lang="ja-JP" altLang="en-US" sz="1050" dirty="0"/>
              <a:t>売上の表は</a:t>
            </a:r>
            <a:r>
              <a:rPr kumimoji="1" lang="en-US" altLang="ja-JP" sz="1050" dirty="0"/>
              <a:t>USB</a:t>
            </a:r>
            <a:r>
              <a:rPr kumimoji="1" lang="ja-JP" altLang="en-US" sz="1050" dirty="0"/>
              <a:t>に入っている</a:t>
            </a:r>
            <a:endParaRPr kumimoji="1" lang="en-US" altLang="ja-JP" sz="1050" dirty="0"/>
          </a:p>
          <a:p>
            <a:r>
              <a:rPr lang="ja-JP" altLang="en-US" sz="1050" dirty="0"/>
              <a:t>「注文番号」と「発注者の名前」と「日時」を</a:t>
            </a:r>
            <a:endParaRPr lang="en-US" altLang="ja-JP" sz="1050" dirty="0"/>
          </a:p>
          <a:p>
            <a:r>
              <a:rPr lang="ja-JP" altLang="en-US" sz="1050" dirty="0"/>
              <a:t>　　　　　　　　　　　　　　　　　在庫表に入れていく</a:t>
            </a:r>
            <a:endParaRPr lang="en-US" altLang="ja-JP" sz="1050" dirty="0"/>
          </a:p>
          <a:p>
            <a:r>
              <a:rPr kumimoji="1" lang="ja-JP" altLang="en-US" sz="1050" dirty="0"/>
              <a:t>棚卸は４カ月に一度</a:t>
            </a:r>
            <a:endParaRPr kumimoji="1" lang="en-US" altLang="ja-JP" sz="1050" dirty="0"/>
          </a:p>
          <a:p>
            <a:r>
              <a:rPr lang="ja-JP" altLang="en-US" sz="1050" dirty="0"/>
              <a:t>青と白のファイル</a:t>
            </a:r>
            <a:endParaRPr lang="en-US" altLang="ja-JP" sz="1050" dirty="0"/>
          </a:p>
          <a:p>
            <a:r>
              <a:rPr kumimoji="1" lang="en-US" altLang="ja-JP" sz="1050" dirty="0"/>
              <a:t>A</a:t>
            </a:r>
            <a:r>
              <a:rPr kumimoji="1" lang="ja-JP" altLang="en-US" sz="1050" dirty="0"/>
              <a:t>品は「良品」</a:t>
            </a:r>
            <a:endParaRPr kumimoji="1" lang="en-US" altLang="ja-JP" sz="1050" dirty="0"/>
          </a:p>
          <a:p>
            <a:r>
              <a:rPr lang="en-US" altLang="ja-JP" sz="1050" dirty="0"/>
              <a:t>B</a:t>
            </a:r>
            <a:r>
              <a:rPr lang="ja-JP" altLang="en-US" sz="1050" dirty="0"/>
              <a:t>品は「不良品」</a:t>
            </a:r>
            <a:endParaRPr lang="en-US" altLang="ja-JP" sz="1050" dirty="0"/>
          </a:p>
          <a:p>
            <a:r>
              <a:rPr kumimoji="1" lang="ja-JP" altLang="en-US" sz="1050" dirty="0"/>
              <a:t>売上は灰色のファイル</a:t>
            </a:r>
            <a:endParaRPr kumimoji="1" lang="en-US" altLang="ja-JP" sz="1050" dirty="0"/>
          </a:p>
          <a:p>
            <a:r>
              <a:rPr lang="ja-JP" altLang="en-US" sz="1050" dirty="0"/>
              <a:t>月末に印刷する</a:t>
            </a:r>
            <a:endParaRPr lang="en-US" altLang="ja-JP" sz="1050" dirty="0"/>
          </a:p>
          <a:p>
            <a:endParaRPr kumimoji="1" lang="en-US" altLang="ja-JP" sz="1050" dirty="0"/>
          </a:p>
          <a:p>
            <a:endParaRPr kumimoji="1" lang="en-US" altLang="ja-JP" sz="1050" dirty="0"/>
          </a:p>
          <a:p>
            <a:r>
              <a:rPr lang="ja-JP" altLang="en-US" sz="1050" dirty="0"/>
              <a:t>言葉が違うけど同じ奴</a:t>
            </a:r>
            <a:endParaRPr lang="en-US" altLang="ja-JP" sz="1050" dirty="0"/>
          </a:p>
          <a:p>
            <a:r>
              <a:rPr kumimoji="1" lang="ja-JP" altLang="en-US" sz="1050" dirty="0"/>
              <a:t>アマゾン</a:t>
            </a:r>
            <a:endParaRPr kumimoji="1" lang="en-US" altLang="ja-JP" sz="1050" dirty="0"/>
          </a:p>
          <a:p>
            <a:r>
              <a:rPr lang="ja-JP" altLang="en-US" sz="1050" dirty="0"/>
              <a:t>保留中　　＝　楽天</a:t>
            </a:r>
            <a:endParaRPr lang="en-US" altLang="ja-JP" sz="1050" dirty="0"/>
          </a:p>
          <a:p>
            <a:r>
              <a:rPr kumimoji="1" lang="ja-JP" altLang="en-US" sz="1050" dirty="0"/>
              <a:t>　　　　　　　処理中　</a:t>
            </a:r>
            <a:r>
              <a:rPr kumimoji="1" lang="en-US" altLang="ja-JP" sz="1050" dirty="0"/>
              <a:t>+</a:t>
            </a:r>
            <a:r>
              <a:rPr kumimoji="1" lang="ja-JP" altLang="en-US" sz="1050" dirty="0"/>
              <a:t>　葉中待ち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="" xmlns:a16="http://schemas.microsoft.com/office/drawing/2014/main" id="{348C557A-2B8B-4628-9A9C-C90A910D6158}"/>
              </a:ext>
            </a:extLst>
          </p:cNvPr>
          <p:cNvSpPr txBox="1"/>
          <p:nvPr/>
        </p:nvSpPr>
        <p:spPr>
          <a:xfrm>
            <a:off x="4287818" y="6643973"/>
            <a:ext cx="21852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メールが来て</a:t>
            </a:r>
            <a:endParaRPr kumimoji="1" lang="en-US" altLang="ja-JP" sz="1200" dirty="0"/>
          </a:p>
          <a:p>
            <a:r>
              <a:rPr lang="ja-JP" altLang="en-US" sz="1200" dirty="0"/>
              <a:t>在庫が０になったら</a:t>
            </a:r>
            <a:endParaRPr lang="en-US" altLang="ja-JP" sz="1200" dirty="0"/>
          </a:p>
          <a:p>
            <a:r>
              <a:rPr lang="ja-JP" altLang="en-US" sz="1200" dirty="0"/>
              <a:t>ショップから在庫０の処理を</a:t>
            </a:r>
            <a:endParaRPr lang="en-US" altLang="ja-JP" sz="1200" dirty="0"/>
          </a:p>
          <a:p>
            <a:r>
              <a:rPr lang="ja-JP" altLang="en-US" sz="1200" dirty="0"/>
              <a:t>しないといけない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87340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/>
          <a:srcRect l="39216"/>
          <a:stretch/>
        </p:blipFill>
        <p:spPr>
          <a:xfrm>
            <a:off x="161366" y="370634"/>
            <a:ext cx="4168588" cy="3857625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3688080" y="1257300"/>
            <a:ext cx="236220" cy="2057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1668780" y="2080260"/>
            <a:ext cx="1333500" cy="106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1318260" y="2299446"/>
            <a:ext cx="701040" cy="1237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2438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869674" y="377406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メール受信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1903822" y="363977"/>
            <a:ext cx="126509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ひし形 5"/>
          <p:cNvSpPr/>
          <p:nvPr/>
        </p:nvSpPr>
        <p:spPr>
          <a:xfrm>
            <a:off x="1670211" y="1859877"/>
            <a:ext cx="1613647" cy="896471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969671" y="1706613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在庫０の時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64144" y="2633135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普通の売り上げ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332331" y="1069871"/>
            <a:ext cx="2289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理事長に報告（</a:t>
            </a:r>
            <a:r>
              <a:rPr kumimoji="1" lang="en-US" altLang="ja-JP" dirty="0" smtClean="0"/>
              <a:t>Gmail)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/>
        </p:nvSpPr>
        <p:spPr>
          <a:xfrm>
            <a:off x="1356448" y="1069871"/>
            <a:ext cx="2291542" cy="33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/>
          <p:cNvCxnSpPr>
            <a:stCxn id="4" idx="2"/>
            <a:endCxn id="10" idx="0"/>
          </p:cNvCxnSpPr>
          <p:nvPr/>
        </p:nvCxnSpPr>
        <p:spPr>
          <a:xfrm>
            <a:off x="2502219" y="746738"/>
            <a:ext cx="0" cy="323133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>
            <a:stCxn id="9" idx="2"/>
            <a:endCxn id="6" idx="0"/>
          </p:cNvCxnSpPr>
          <p:nvPr/>
        </p:nvCxnSpPr>
        <p:spPr>
          <a:xfrm flipH="1">
            <a:off x="2477035" y="1439203"/>
            <a:ext cx="1" cy="420674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4978618" y="2003295"/>
            <a:ext cx="1739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各サイト</a:t>
            </a:r>
            <a:r>
              <a:rPr kumimoji="1" lang="ja-JP" altLang="en-US" dirty="0" smtClean="0"/>
              <a:t>の</a:t>
            </a:r>
            <a:endParaRPr kumimoji="1" lang="en-US" altLang="ja-JP" dirty="0" smtClean="0"/>
          </a:p>
          <a:p>
            <a:r>
              <a:rPr kumimoji="1" lang="ja-JP" altLang="en-US" dirty="0" smtClean="0"/>
              <a:t>０</a:t>
            </a:r>
            <a:r>
              <a:rPr kumimoji="1" lang="ja-JP" altLang="en-US" dirty="0" smtClean="0"/>
              <a:t>処理をしていく</a:t>
            </a:r>
            <a:endParaRPr kumimoji="1" lang="ja-JP" altLang="en-US" dirty="0"/>
          </a:p>
        </p:txBody>
      </p:sp>
      <p:cxnSp>
        <p:nvCxnSpPr>
          <p:cNvPr id="18" name="直線矢印コネクタ 17"/>
          <p:cNvCxnSpPr>
            <a:stCxn id="6" idx="3"/>
            <a:endCxn id="25" idx="1"/>
          </p:cNvCxnSpPr>
          <p:nvPr/>
        </p:nvCxnSpPr>
        <p:spPr>
          <a:xfrm>
            <a:off x="3283858" y="2308113"/>
            <a:ext cx="1694760" cy="18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/>
          <p:nvPr/>
        </p:nvCxnSpPr>
        <p:spPr>
          <a:xfrm flipV="1">
            <a:off x="5491529" y="3257499"/>
            <a:ext cx="713755" cy="134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正方形/長方形 24"/>
          <p:cNvSpPr/>
          <p:nvPr/>
        </p:nvSpPr>
        <p:spPr>
          <a:xfrm>
            <a:off x="4978618" y="1949933"/>
            <a:ext cx="1739579" cy="7530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720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1821</TotalTime>
  <Words>180</Words>
  <Application>Microsoft Office PowerPoint</Application>
  <PresentationFormat>A4 210 x 297 mm</PresentationFormat>
  <Paragraphs>52</Paragraphs>
  <Slides>4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ＭＳ Ｐゴシック</vt:lpstr>
      <vt:lpstr>Arial</vt:lpstr>
      <vt:lpstr>Calibri</vt:lpstr>
      <vt:lpstr>Calibri Light</vt:lpstr>
      <vt:lpstr>Office テーマ</vt:lpstr>
      <vt:lpstr>ワークシート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JS_PC1</dc:creator>
  <cp:lastModifiedBy>JS_PC1</cp:lastModifiedBy>
  <cp:revision>100</cp:revision>
  <cp:lastPrinted>2020-10-03T08:59:24Z</cp:lastPrinted>
  <dcterms:created xsi:type="dcterms:W3CDTF">2020-10-01T01:43:23Z</dcterms:created>
  <dcterms:modified xsi:type="dcterms:W3CDTF">2020-10-16T03:23:45Z</dcterms:modified>
</cp:coreProperties>
</file>