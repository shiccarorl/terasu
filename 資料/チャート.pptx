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18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FAB7C-0853-4BE4-95B1-DA3E62C63017}" type="datetimeFigureOut">
              <a:rPr kumimoji="1" lang="ja-JP" altLang="en-US" smtClean="0"/>
              <a:t>2020/10/27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0E721-E6D4-45A6-963E-35F42C29C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790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FAB7C-0853-4BE4-95B1-DA3E62C63017}" type="datetimeFigureOut">
              <a:rPr kumimoji="1" lang="ja-JP" altLang="en-US" smtClean="0"/>
              <a:t>2020/10/27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0E721-E6D4-45A6-963E-35F42C29C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3453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FAB7C-0853-4BE4-95B1-DA3E62C63017}" type="datetimeFigureOut">
              <a:rPr kumimoji="1" lang="ja-JP" altLang="en-US" smtClean="0"/>
              <a:t>2020/10/27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0E721-E6D4-45A6-963E-35F42C29C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8137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FAB7C-0853-4BE4-95B1-DA3E62C63017}" type="datetimeFigureOut">
              <a:rPr kumimoji="1" lang="ja-JP" altLang="en-US" smtClean="0"/>
              <a:t>2020/10/27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0E721-E6D4-45A6-963E-35F42C29C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0732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FAB7C-0853-4BE4-95B1-DA3E62C63017}" type="datetimeFigureOut">
              <a:rPr kumimoji="1" lang="ja-JP" altLang="en-US" smtClean="0"/>
              <a:t>2020/10/27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0E721-E6D4-45A6-963E-35F42C29C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9915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FAB7C-0853-4BE4-95B1-DA3E62C63017}" type="datetimeFigureOut">
              <a:rPr kumimoji="1" lang="ja-JP" altLang="en-US" smtClean="0"/>
              <a:t>2020/10/27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0E721-E6D4-45A6-963E-35F42C29C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4260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FAB7C-0853-4BE4-95B1-DA3E62C63017}" type="datetimeFigureOut">
              <a:rPr kumimoji="1" lang="ja-JP" altLang="en-US" smtClean="0"/>
              <a:t>2020/10/27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0E721-E6D4-45A6-963E-35F42C29C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8819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FAB7C-0853-4BE4-95B1-DA3E62C63017}" type="datetimeFigureOut">
              <a:rPr kumimoji="1" lang="ja-JP" altLang="en-US" smtClean="0"/>
              <a:t>2020/10/27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0E721-E6D4-45A6-963E-35F42C29C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2092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FAB7C-0853-4BE4-95B1-DA3E62C63017}" type="datetimeFigureOut">
              <a:rPr kumimoji="1" lang="ja-JP" altLang="en-US" smtClean="0"/>
              <a:t>2020/10/27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0E721-E6D4-45A6-963E-35F42C29C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2730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FAB7C-0853-4BE4-95B1-DA3E62C63017}" type="datetimeFigureOut">
              <a:rPr kumimoji="1" lang="ja-JP" altLang="en-US" smtClean="0"/>
              <a:t>2020/10/27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0E721-E6D4-45A6-963E-35F42C29C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5151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FAB7C-0853-4BE4-95B1-DA3E62C63017}" type="datetimeFigureOut">
              <a:rPr kumimoji="1" lang="ja-JP" altLang="en-US" smtClean="0"/>
              <a:t>2020/10/27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0E721-E6D4-45A6-963E-35F42C29C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2615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FAB7C-0853-4BE4-95B1-DA3E62C63017}" type="datetimeFigureOut">
              <a:rPr kumimoji="1" lang="ja-JP" altLang="en-US" smtClean="0"/>
              <a:t>2020/10/27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50E721-E6D4-45A6-963E-35F42C29C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1083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6E50888-29FF-49D6-8888-005DC925D760}"/>
              </a:ext>
            </a:extLst>
          </p:cNvPr>
          <p:cNvSpPr/>
          <p:nvPr/>
        </p:nvSpPr>
        <p:spPr>
          <a:xfrm>
            <a:off x="193051" y="162602"/>
            <a:ext cx="816834" cy="6636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3305" tIns="31652" rIns="63305" bIns="316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sz="1246" dirty="0">
                <a:solidFill>
                  <a:srgbClr val="FF0000"/>
                </a:solidFill>
              </a:rPr>
              <a:t>０処理</a:t>
            </a:r>
            <a:endParaRPr kumimoji="1" lang="en-US" altLang="ja-JP" sz="1246" dirty="0">
              <a:solidFill>
                <a:srgbClr val="FF0000"/>
              </a:solidFill>
            </a:endParaRPr>
          </a:p>
          <a:p>
            <a:pPr algn="ctr"/>
            <a:endParaRPr kumimoji="1" lang="ja-JP" altLang="en-US" sz="1246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4ADECEB-B64C-4C26-8E22-0DA84D41A19C}"/>
              </a:ext>
            </a:extLst>
          </p:cNvPr>
          <p:cNvSpPr/>
          <p:nvPr/>
        </p:nvSpPr>
        <p:spPr>
          <a:xfrm>
            <a:off x="1438723" y="162602"/>
            <a:ext cx="816833" cy="29610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3305" tIns="31652" rIns="63305" bIns="316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sz="1246" dirty="0">
                <a:solidFill>
                  <a:srgbClr val="FF0000"/>
                </a:solidFill>
              </a:rPr>
              <a:t>アマゾン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0080814-8DCC-49CA-92A8-2030ABDB9BEA}"/>
              </a:ext>
            </a:extLst>
          </p:cNvPr>
          <p:cNvSpPr/>
          <p:nvPr/>
        </p:nvSpPr>
        <p:spPr>
          <a:xfrm>
            <a:off x="1438722" y="591440"/>
            <a:ext cx="740256" cy="21441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3305" tIns="31652" rIns="63305" bIns="316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sz="1246" dirty="0">
                <a:solidFill>
                  <a:srgbClr val="FF0000"/>
                </a:solidFill>
              </a:rPr>
              <a:t>楽天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486981D-4513-4B22-A29D-C65FC788BDA9}"/>
              </a:ext>
            </a:extLst>
          </p:cNvPr>
          <p:cNvSpPr/>
          <p:nvPr/>
        </p:nvSpPr>
        <p:spPr>
          <a:xfrm>
            <a:off x="1438723" y="1035593"/>
            <a:ext cx="816833" cy="21441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3305" tIns="31652" rIns="63305" bIns="316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sz="1246" dirty="0">
                <a:solidFill>
                  <a:srgbClr val="FF0000"/>
                </a:solidFill>
              </a:rPr>
              <a:t>ヤフオク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21047CF-6A7F-44DB-9881-7524EA30EC1A}"/>
              </a:ext>
            </a:extLst>
          </p:cNvPr>
          <p:cNvSpPr/>
          <p:nvPr/>
        </p:nvSpPr>
        <p:spPr>
          <a:xfrm>
            <a:off x="1438722" y="1372537"/>
            <a:ext cx="740256" cy="29610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3305" tIns="31652" rIns="63305" bIns="316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sz="1246" dirty="0">
                <a:solidFill>
                  <a:srgbClr val="FF0000"/>
                </a:solidFill>
              </a:rPr>
              <a:t>ラクマ</a:t>
            </a:r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C7375BFB-82CD-45D1-8A6D-CF67C7973BDD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1009885" y="310653"/>
            <a:ext cx="428838" cy="183788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2831ADD8-5782-45D5-BCD2-DC605AB64CE1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1009885" y="494441"/>
            <a:ext cx="428838" cy="204209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937D8744-0D60-4581-B17D-08F42147C24E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1009885" y="494441"/>
            <a:ext cx="428838" cy="648361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84BEEA68-5AE0-4479-8BB3-44EE7521E45D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>
            <a:off x="1009885" y="494441"/>
            <a:ext cx="428838" cy="1026147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6588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6E50888-29FF-49D6-8888-005DC925D760}"/>
              </a:ext>
            </a:extLst>
          </p:cNvPr>
          <p:cNvSpPr/>
          <p:nvPr/>
        </p:nvSpPr>
        <p:spPr>
          <a:xfrm>
            <a:off x="193051" y="162602"/>
            <a:ext cx="816834" cy="6636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3305" tIns="31652" rIns="63305" bIns="316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sz="1246" dirty="0">
                <a:solidFill>
                  <a:srgbClr val="FF0000"/>
                </a:solidFill>
              </a:rPr>
              <a:t>売上処理</a:t>
            </a:r>
            <a:endParaRPr kumimoji="1" lang="en-US" altLang="ja-JP" sz="1246" dirty="0">
              <a:solidFill>
                <a:srgbClr val="FF0000"/>
              </a:solidFill>
            </a:endParaRPr>
          </a:p>
          <a:p>
            <a:pPr algn="ctr"/>
            <a:endParaRPr kumimoji="1" lang="ja-JP" altLang="en-US" sz="1246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4ADECEB-B64C-4C26-8E22-0DA84D41A19C}"/>
              </a:ext>
            </a:extLst>
          </p:cNvPr>
          <p:cNvSpPr/>
          <p:nvPr/>
        </p:nvSpPr>
        <p:spPr>
          <a:xfrm>
            <a:off x="1438723" y="162602"/>
            <a:ext cx="816833" cy="29610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3305" tIns="31652" rIns="63305" bIns="316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sz="1246" dirty="0">
                <a:solidFill>
                  <a:srgbClr val="FF0000"/>
                </a:solidFill>
              </a:rPr>
              <a:t>アマゾン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0080814-8DCC-49CA-92A8-2030ABDB9BEA}"/>
              </a:ext>
            </a:extLst>
          </p:cNvPr>
          <p:cNvSpPr/>
          <p:nvPr/>
        </p:nvSpPr>
        <p:spPr>
          <a:xfrm>
            <a:off x="1438722" y="591440"/>
            <a:ext cx="740256" cy="21441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3305" tIns="31652" rIns="63305" bIns="316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sz="1246" dirty="0">
                <a:solidFill>
                  <a:srgbClr val="FF0000"/>
                </a:solidFill>
              </a:rPr>
              <a:t>楽天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486981D-4513-4B22-A29D-C65FC788BDA9}"/>
              </a:ext>
            </a:extLst>
          </p:cNvPr>
          <p:cNvSpPr/>
          <p:nvPr/>
        </p:nvSpPr>
        <p:spPr>
          <a:xfrm>
            <a:off x="1438723" y="1035593"/>
            <a:ext cx="816833" cy="21441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3305" tIns="31652" rIns="63305" bIns="316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sz="1246" dirty="0">
                <a:solidFill>
                  <a:srgbClr val="FF0000"/>
                </a:solidFill>
              </a:rPr>
              <a:t>ヤフオク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21047CF-6A7F-44DB-9881-7524EA30EC1A}"/>
              </a:ext>
            </a:extLst>
          </p:cNvPr>
          <p:cNvSpPr/>
          <p:nvPr/>
        </p:nvSpPr>
        <p:spPr>
          <a:xfrm>
            <a:off x="1438722" y="1372537"/>
            <a:ext cx="740256" cy="29610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3305" tIns="31652" rIns="63305" bIns="316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sz="1246" dirty="0">
                <a:solidFill>
                  <a:srgbClr val="FF0000"/>
                </a:solidFill>
              </a:rPr>
              <a:t>ラクマ</a:t>
            </a:r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C7375BFB-82CD-45D1-8A6D-CF67C7973BDD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1009885" y="310653"/>
            <a:ext cx="428838" cy="183788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2831ADD8-5782-45D5-BCD2-DC605AB64CE1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1009885" y="494441"/>
            <a:ext cx="428838" cy="204209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937D8744-0D60-4581-B17D-08F42147C24E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1009885" y="494441"/>
            <a:ext cx="428838" cy="648361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84BEEA68-5AE0-4479-8BB3-44EE7521E45D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>
            <a:off x="1009885" y="494441"/>
            <a:ext cx="428838" cy="1026147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90111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</TotalTime>
  <Words>12</Words>
  <Application>Microsoft Office PowerPoint</Application>
  <PresentationFormat>A4 210 x 297 mm</PresentationFormat>
  <Paragraphs>10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8" baseType="lpstr">
      <vt:lpstr>游ゴシック</vt:lpstr>
      <vt:lpstr>游ゴシック Light</vt:lpstr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ban</dc:creator>
  <cp:lastModifiedBy>ban</cp:lastModifiedBy>
  <cp:revision>3</cp:revision>
  <dcterms:created xsi:type="dcterms:W3CDTF">2020-10-26T20:21:42Z</dcterms:created>
  <dcterms:modified xsi:type="dcterms:W3CDTF">2020-10-26T20:34:13Z</dcterms:modified>
</cp:coreProperties>
</file>